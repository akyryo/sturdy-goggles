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53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5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8791" y="7379208"/>
            <a:ext cx="7577327" cy="290779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578864" y="2036064"/>
            <a:ext cx="6998334" cy="6434455"/>
          </a:xfrm>
          <a:custGeom>
            <a:avLst/>
            <a:gdLst/>
            <a:ahLst/>
            <a:cxnLst/>
            <a:rect l="l" t="t" r="r" b="b"/>
            <a:pathLst>
              <a:path w="6998334" h="6434455">
                <a:moveTo>
                  <a:pt x="6998208" y="0"/>
                </a:moveTo>
                <a:lnTo>
                  <a:pt x="0" y="0"/>
                </a:lnTo>
                <a:lnTo>
                  <a:pt x="81" y="6022466"/>
                </a:lnTo>
                <a:lnTo>
                  <a:pt x="2787" y="6068889"/>
                </a:lnTo>
                <a:lnTo>
                  <a:pt x="10937" y="6115147"/>
                </a:lnTo>
                <a:lnTo>
                  <a:pt x="24134" y="6159530"/>
                </a:lnTo>
                <a:lnTo>
                  <a:pt x="42060" y="6201725"/>
                </a:lnTo>
                <a:lnTo>
                  <a:pt x="64399" y="6241418"/>
                </a:lnTo>
                <a:lnTo>
                  <a:pt x="90833" y="6278294"/>
                </a:lnTo>
                <a:lnTo>
                  <a:pt x="121046" y="6312042"/>
                </a:lnTo>
                <a:lnTo>
                  <a:pt x="154722" y="6342348"/>
                </a:lnTo>
                <a:lnTo>
                  <a:pt x="191542" y="6368897"/>
                </a:lnTo>
                <a:lnTo>
                  <a:pt x="231191" y="6391376"/>
                </a:lnTo>
                <a:lnTo>
                  <a:pt x="273352" y="6409473"/>
                </a:lnTo>
                <a:lnTo>
                  <a:pt x="317707" y="6422872"/>
                </a:lnTo>
                <a:lnTo>
                  <a:pt x="363940" y="6431262"/>
                </a:lnTo>
                <a:lnTo>
                  <a:pt x="411734" y="6434328"/>
                </a:lnTo>
                <a:lnTo>
                  <a:pt x="6735444" y="6434328"/>
                </a:lnTo>
                <a:lnTo>
                  <a:pt x="6735444" y="6406260"/>
                </a:lnTo>
                <a:lnTo>
                  <a:pt x="6780020" y="6385872"/>
                </a:lnTo>
                <a:lnTo>
                  <a:pt x="6821586" y="6360408"/>
                </a:lnTo>
                <a:lnTo>
                  <a:pt x="6859746" y="6330274"/>
                </a:lnTo>
                <a:lnTo>
                  <a:pt x="6894103" y="6295872"/>
                </a:lnTo>
                <a:lnTo>
                  <a:pt x="6924262" y="6257607"/>
                </a:lnTo>
                <a:lnTo>
                  <a:pt x="6949826" y="6215882"/>
                </a:lnTo>
                <a:lnTo>
                  <a:pt x="6970398" y="6171102"/>
                </a:lnTo>
                <a:lnTo>
                  <a:pt x="6985584" y="6123670"/>
                </a:lnTo>
                <a:lnTo>
                  <a:pt x="6994986" y="6073990"/>
                </a:lnTo>
                <a:lnTo>
                  <a:pt x="6998208" y="6022466"/>
                </a:lnTo>
                <a:lnTo>
                  <a:pt x="6998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78864" y="2036064"/>
            <a:ext cx="6998334" cy="6434455"/>
          </a:xfrm>
          <a:custGeom>
            <a:avLst/>
            <a:gdLst/>
            <a:ahLst/>
            <a:cxnLst/>
            <a:rect l="l" t="t" r="r" b="b"/>
            <a:pathLst>
              <a:path w="6998334" h="6434455">
                <a:moveTo>
                  <a:pt x="5637911" y="0"/>
                </a:moveTo>
                <a:lnTo>
                  <a:pt x="5989193" y="0"/>
                </a:lnTo>
              </a:path>
              <a:path w="6998334" h="6434455">
                <a:moveTo>
                  <a:pt x="5989193" y="0"/>
                </a:moveTo>
                <a:lnTo>
                  <a:pt x="6998208" y="0"/>
                </a:lnTo>
                <a:lnTo>
                  <a:pt x="6998208" y="6022466"/>
                </a:lnTo>
                <a:lnTo>
                  <a:pt x="6994986" y="6073990"/>
                </a:lnTo>
                <a:lnTo>
                  <a:pt x="6985584" y="6123670"/>
                </a:lnTo>
                <a:lnTo>
                  <a:pt x="6970398" y="6171102"/>
                </a:lnTo>
                <a:lnTo>
                  <a:pt x="6949826" y="6215882"/>
                </a:lnTo>
                <a:lnTo>
                  <a:pt x="6924262" y="6257607"/>
                </a:lnTo>
                <a:lnTo>
                  <a:pt x="6894103" y="6295872"/>
                </a:lnTo>
                <a:lnTo>
                  <a:pt x="6859746" y="6330274"/>
                </a:lnTo>
                <a:lnTo>
                  <a:pt x="6821586" y="6360408"/>
                </a:lnTo>
                <a:lnTo>
                  <a:pt x="6780020" y="6385872"/>
                </a:lnTo>
                <a:lnTo>
                  <a:pt x="6735444" y="6406260"/>
                </a:lnTo>
                <a:lnTo>
                  <a:pt x="6735444" y="6434328"/>
                </a:lnTo>
                <a:lnTo>
                  <a:pt x="411734" y="6434328"/>
                </a:lnTo>
                <a:lnTo>
                  <a:pt x="363940" y="6431262"/>
                </a:lnTo>
                <a:lnTo>
                  <a:pt x="317707" y="6422872"/>
                </a:lnTo>
                <a:lnTo>
                  <a:pt x="273352" y="6409473"/>
                </a:lnTo>
                <a:lnTo>
                  <a:pt x="231191" y="6391376"/>
                </a:lnTo>
                <a:lnTo>
                  <a:pt x="191542" y="6368897"/>
                </a:lnTo>
                <a:lnTo>
                  <a:pt x="154722" y="6342348"/>
                </a:lnTo>
                <a:lnTo>
                  <a:pt x="121046" y="6312042"/>
                </a:lnTo>
                <a:lnTo>
                  <a:pt x="90833" y="6278294"/>
                </a:lnTo>
                <a:lnTo>
                  <a:pt x="64399" y="6241418"/>
                </a:lnTo>
                <a:lnTo>
                  <a:pt x="42060" y="6201725"/>
                </a:lnTo>
                <a:lnTo>
                  <a:pt x="24134" y="6159530"/>
                </a:lnTo>
                <a:lnTo>
                  <a:pt x="10937" y="6115147"/>
                </a:lnTo>
                <a:lnTo>
                  <a:pt x="2787" y="6068889"/>
                </a:lnTo>
                <a:lnTo>
                  <a:pt x="0" y="6021069"/>
                </a:lnTo>
                <a:lnTo>
                  <a:pt x="0" y="0"/>
                </a:lnTo>
                <a:lnTo>
                  <a:pt x="563791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78864" y="1469136"/>
            <a:ext cx="6998334" cy="771525"/>
          </a:xfrm>
          <a:custGeom>
            <a:avLst/>
            <a:gdLst/>
            <a:ahLst/>
            <a:cxnLst/>
            <a:rect l="l" t="t" r="r" b="b"/>
            <a:pathLst>
              <a:path w="6998334" h="771525">
                <a:moveTo>
                  <a:pt x="6586474" y="0"/>
                </a:moveTo>
                <a:lnTo>
                  <a:pt x="408940" y="0"/>
                </a:lnTo>
                <a:lnTo>
                  <a:pt x="360799" y="2759"/>
                </a:lnTo>
                <a:lnTo>
                  <a:pt x="361043" y="2759"/>
                </a:lnTo>
                <a:lnTo>
                  <a:pt x="314559" y="10834"/>
                </a:lnTo>
                <a:lnTo>
                  <a:pt x="314750" y="10834"/>
                </a:lnTo>
                <a:lnTo>
                  <a:pt x="270837" y="23740"/>
                </a:lnTo>
                <a:lnTo>
                  <a:pt x="228896" y="41396"/>
                </a:lnTo>
                <a:lnTo>
                  <a:pt x="189507" y="63419"/>
                </a:lnTo>
                <a:lnTo>
                  <a:pt x="152974" y="89503"/>
                </a:lnTo>
                <a:lnTo>
                  <a:pt x="119602" y="119348"/>
                </a:lnTo>
                <a:lnTo>
                  <a:pt x="89693" y="152648"/>
                </a:lnTo>
                <a:lnTo>
                  <a:pt x="63553" y="189102"/>
                </a:lnTo>
                <a:lnTo>
                  <a:pt x="41484" y="228405"/>
                </a:lnTo>
                <a:lnTo>
                  <a:pt x="23790" y="270255"/>
                </a:lnTo>
                <a:lnTo>
                  <a:pt x="10776" y="314348"/>
                </a:lnTo>
                <a:lnTo>
                  <a:pt x="2744" y="360381"/>
                </a:lnTo>
                <a:lnTo>
                  <a:pt x="0" y="408050"/>
                </a:lnTo>
                <a:lnTo>
                  <a:pt x="0" y="771144"/>
                </a:lnTo>
                <a:lnTo>
                  <a:pt x="5819140" y="771144"/>
                </a:lnTo>
                <a:lnTo>
                  <a:pt x="6998208" y="410845"/>
                </a:lnTo>
                <a:lnTo>
                  <a:pt x="6995440" y="362876"/>
                </a:lnTo>
                <a:lnTo>
                  <a:pt x="6987343" y="316547"/>
                </a:lnTo>
                <a:lnTo>
                  <a:pt x="6974224" y="272165"/>
                </a:lnTo>
                <a:lnTo>
                  <a:pt x="6956392" y="230034"/>
                </a:lnTo>
                <a:lnTo>
                  <a:pt x="6934152" y="190463"/>
                </a:lnTo>
                <a:lnTo>
                  <a:pt x="6907814" y="153756"/>
                </a:lnTo>
                <a:lnTo>
                  <a:pt x="6877684" y="120221"/>
                </a:lnTo>
                <a:lnTo>
                  <a:pt x="6844072" y="90163"/>
                </a:lnTo>
                <a:lnTo>
                  <a:pt x="6807283" y="63889"/>
                </a:lnTo>
                <a:lnTo>
                  <a:pt x="6767627" y="41706"/>
                </a:lnTo>
                <a:lnTo>
                  <a:pt x="6725410" y="23919"/>
                </a:lnTo>
                <a:lnTo>
                  <a:pt x="6680940" y="10834"/>
                </a:lnTo>
                <a:lnTo>
                  <a:pt x="6634525" y="2759"/>
                </a:lnTo>
                <a:lnTo>
                  <a:pt x="6586474" y="0"/>
                </a:lnTo>
                <a:close/>
              </a:path>
              <a:path w="6998334" h="771525">
                <a:moveTo>
                  <a:pt x="6998208" y="410845"/>
                </a:moveTo>
                <a:lnTo>
                  <a:pt x="5819140" y="771144"/>
                </a:lnTo>
                <a:lnTo>
                  <a:pt x="6998208" y="771144"/>
                </a:lnTo>
                <a:lnTo>
                  <a:pt x="6998208" y="410845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955536" y="1716023"/>
            <a:ext cx="1222375" cy="307975"/>
          </a:xfrm>
          <a:custGeom>
            <a:avLst/>
            <a:gdLst/>
            <a:ahLst/>
            <a:cxnLst/>
            <a:rect l="l" t="t" r="r" b="b"/>
            <a:pathLst>
              <a:path w="1222375" h="307975">
                <a:moveTo>
                  <a:pt x="308737" y="0"/>
                </a:moveTo>
                <a:lnTo>
                  <a:pt x="0" y="0"/>
                </a:lnTo>
                <a:lnTo>
                  <a:pt x="0" y="307848"/>
                </a:lnTo>
                <a:lnTo>
                  <a:pt x="308737" y="307848"/>
                </a:lnTo>
                <a:lnTo>
                  <a:pt x="308737" y="0"/>
                </a:lnTo>
                <a:close/>
              </a:path>
              <a:path w="1222375" h="307975">
                <a:moveTo>
                  <a:pt x="764794" y="0"/>
                </a:moveTo>
                <a:lnTo>
                  <a:pt x="456057" y="0"/>
                </a:lnTo>
                <a:lnTo>
                  <a:pt x="456057" y="307848"/>
                </a:lnTo>
                <a:lnTo>
                  <a:pt x="764794" y="307848"/>
                </a:lnTo>
                <a:lnTo>
                  <a:pt x="764794" y="0"/>
                </a:lnTo>
                <a:close/>
              </a:path>
              <a:path w="1222375" h="307975">
                <a:moveTo>
                  <a:pt x="1222248" y="0"/>
                </a:moveTo>
                <a:lnTo>
                  <a:pt x="913511" y="0"/>
                </a:lnTo>
                <a:lnTo>
                  <a:pt x="913511" y="307848"/>
                </a:lnTo>
                <a:lnTo>
                  <a:pt x="1222248" y="307848"/>
                </a:lnTo>
                <a:lnTo>
                  <a:pt x="12222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563624" y="1453896"/>
            <a:ext cx="7024370" cy="7028815"/>
          </a:xfrm>
          <a:custGeom>
            <a:avLst/>
            <a:gdLst/>
            <a:ahLst/>
            <a:cxnLst/>
            <a:rect l="l" t="t" r="r" b="b"/>
            <a:pathLst>
              <a:path w="7024370" h="7028815">
                <a:moveTo>
                  <a:pt x="6601206" y="0"/>
                </a:moveTo>
                <a:lnTo>
                  <a:pt x="425831" y="0"/>
                </a:lnTo>
                <a:lnTo>
                  <a:pt x="379516" y="2504"/>
                </a:lnTo>
                <a:lnTo>
                  <a:pt x="334625" y="9844"/>
                </a:lnTo>
                <a:lnTo>
                  <a:pt x="291421" y="21756"/>
                </a:lnTo>
                <a:lnTo>
                  <a:pt x="250165" y="37979"/>
                </a:lnTo>
                <a:lnTo>
                  <a:pt x="211121" y="58250"/>
                </a:lnTo>
                <a:lnTo>
                  <a:pt x="174549" y="82308"/>
                </a:lnTo>
                <a:lnTo>
                  <a:pt x="140714" y="109889"/>
                </a:lnTo>
                <a:lnTo>
                  <a:pt x="109876" y="140733"/>
                </a:lnTo>
                <a:lnTo>
                  <a:pt x="82300" y="174577"/>
                </a:lnTo>
                <a:lnTo>
                  <a:pt x="58245" y="211158"/>
                </a:lnTo>
                <a:lnTo>
                  <a:pt x="37977" y="250215"/>
                </a:lnTo>
                <a:lnTo>
                  <a:pt x="21755" y="291486"/>
                </a:lnTo>
                <a:lnTo>
                  <a:pt x="9896" y="334518"/>
                </a:lnTo>
                <a:lnTo>
                  <a:pt x="2504" y="379633"/>
                </a:lnTo>
                <a:lnTo>
                  <a:pt x="0" y="425957"/>
                </a:lnTo>
                <a:lnTo>
                  <a:pt x="75" y="6602730"/>
                </a:lnTo>
                <a:lnTo>
                  <a:pt x="2489" y="6647657"/>
                </a:lnTo>
                <a:lnTo>
                  <a:pt x="2504" y="6647932"/>
                </a:lnTo>
                <a:lnTo>
                  <a:pt x="9740" y="6692433"/>
                </a:lnTo>
                <a:lnTo>
                  <a:pt x="9844" y="6693070"/>
                </a:lnTo>
                <a:lnTo>
                  <a:pt x="21755" y="6736486"/>
                </a:lnTo>
                <a:lnTo>
                  <a:pt x="37977" y="6777921"/>
                </a:lnTo>
                <a:lnTo>
                  <a:pt x="58245" y="6817115"/>
                </a:lnTo>
                <a:lnTo>
                  <a:pt x="82300" y="6853808"/>
                </a:lnTo>
                <a:lnTo>
                  <a:pt x="109876" y="6887742"/>
                </a:lnTo>
                <a:lnTo>
                  <a:pt x="140714" y="6918656"/>
                </a:lnTo>
                <a:lnTo>
                  <a:pt x="174549" y="6946290"/>
                </a:lnTo>
                <a:lnTo>
                  <a:pt x="211121" y="6970385"/>
                </a:lnTo>
                <a:lnTo>
                  <a:pt x="250165" y="6990682"/>
                </a:lnTo>
                <a:lnTo>
                  <a:pt x="291421" y="7006920"/>
                </a:lnTo>
                <a:lnTo>
                  <a:pt x="334625" y="7018840"/>
                </a:lnTo>
                <a:lnTo>
                  <a:pt x="379516" y="7026182"/>
                </a:lnTo>
                <a:lnTo>
                  <a:pt x="425831" y="7028687"/>
                </a:lnTo>
                <a:lnTo>
                  <a:pt x="6598411" y="7028687"/>
                </a:lnTo>
                <a:lnTo>
                  <a:pt x="6638545" y="7026852"/>
                </a:lnTo>
                <a:lnTo>
                  <a:pt x="6677263" y="7021337"/>
                </a:lnTo>
                <a:lnTo>
                  <a:pt x="6715194" y="7012132"/>
                </a:lnTo>
                <a:lnTo>
                  <a:pt x="6752971" y="6999224"/>
                </a:lnTo>
                <a:lnTo>
                  <a:pt x="425831" y="6999224"/>
                </a:lnTo>
                <a:lnTo>
                  <a:pt x="379531" y="6996541"/>
                </a:lnTo>
                <a:lnTo>
                  <a:pt x="334777" y="6988693"/>
                </a:lnTo>
                <a:lnTo>
                  <a:pt x="291870" y="6975982"/>
                </a:lnTo>
                <a:lnTo>
                  <a:pt x="251113" y="6958708"/>
                </a:lnTo>
                <a:lnTo>
                  <a:pt x="212805" y="6937173"/>
                </a:lnTo>
                <a:lnTo>
                  <a:pt x="177250" y="6911679"/>
                </a:lnTo>
                <a:lnTo>
                  <a:pt x="144748" y="6882526"/>
                </a:lnTo>
                <a:lnTo>
                  <a:pt x="115601" y="6850017"/>
                </a:lnTo>
                <a:lnTo>
                  <a:pt x="90111" y="6814451"/>
                </a:lnTo>
                <a:lnTo>
                  <a:pt x="68579" y="6776131"/>
                </a:lnTo>
                <a:lnTo>
                  <a:pt x="51307" y="6735358"/>
                </a:lnTo>
                <a:lnTo>
                  <a:pt x="38597" y="6692433"/>
                </a:lnTo>
                <a:lnTo>
                  <a:pt x="30797" y="6647932"/>
                </a:lnTo>
                <a:lnTo>
                  <a:pt x="30749" y="6647657"/>
                </a:lnTo>
                <a:lnTo>
                  <a:pt x="28147" y="6602730"/>
                </a:lnTo>
                <a:lnTo>
                  <a:pt x="28066" y="801243"/>
                </a:lnTo>
                <a:lnTo>
                  <a:pt x="7024243" y="801243"/>
                </a:lnTo>
                <a:lnTo>
                  <a:pt x="7024243" y="771778"/>
                </a:lnTo>
                <a:lnTo>
                  <a:pt x="29463" y="771778"/>
                </a:lnTo>
                <a:lnTo>
                  <a:pt x="29463" y="425957"/>
                </a:lnTo>
                <a:lnTo>
                  <a:pt x="32146" y="379633"/>
                </a:lnTo>
                <a:lnTo>
                  <a:pt x="39994" y="334857"/>
                </a:lnTo>
                <a:lnTo>
                  <a:pt x="52704" y="291932"/>
                </a:lnTo>
                <a:lnTo>
                  <a:pt x="69976" y="251159"/>
                </a:lnTo>
                <a:lnTo>
                  <a:pt x="91508" y="212839"/>
                </a:lnTo>
                <a:lnTo>
                  <a:pt x="116998" y="177273"/>
                </a:lnTo>
                <a:lnTo>
                  <a:pt x="146145" y="144764"/>
                </a:lnTo>
                <a:lnTo>
                  <a:pt x="178647" y="115611"/>
                </a:lnTo>
                <a:lnTo>
                  <a:pt x="214202" y="90117"/>
                </a:lnTo>
                <a:lnTo>
                  <a:pt x="252510" y="68582"/>
                </a:lnTo>
                <a:lnTo>
                  <a:pt x="293267" y="51308"/>
                </a:lnTo>
                <a:lnTo>
                  <a:pt x="336174" y="38597"/>
                </a:lnTo>
                <a:lnTo>
                  <a:pt x="380928" y="30749"/>
                </a:lnTo>
                <a:lnTo>
                  <a:pt x="427227" y="28067"/>
                </a:lnTo>
                <a:lnTo>
                  <a:pt x="6751851" y="28067"/>
                </a:lnTo>
                <a:lnTo>
                  <a:pt x="6742111" y="24002"/>
                </a:lnTo>
                <a:lnTo>
                  <a:pt x="6696572" y="10782"/>
                </a:lnTo>
                <a:lnTo>
                  <a:pt x="6649488" y="2724"/>
                </a:lnTo>
                <a:lnTo>
                  <a:pt x="6601206" y="0"/>
                </a:lnTo>
                <a:close/>
              </a:path>
              <a:path w="7024370" h="7028815">
                <a:moveTo>
                  <a:pt x="7024243" y="801243"/>
                </a:moveTo>
                <a:lnTo>
                  <a:pt x="6996176" y="801243"/>
                </a:lnTo>
                <a:lnTo>
                  <a:pt x="6996176" y="6602730"/>
                </a:lnTo>
                <a:lnTo>
                  <a:pt x="6997573" y="6605524"/>
                </a:lnTo>
                <a:lnTo>
                  <a:pt x="6994170" y="6653526"/>
                </a:lnTo>
                <a:lnTo>
                  <a:pt x="6985016" y="6700228"/>
                </a:lnTo>
                <a:lnTo>
                  <a:pt x="6970430" y="6745174"/>
                </a:lnTo>
                <a:lnTo>
                  <a:pt x="6950733" y="6787910"/>
                </a:lnTo>
                <a:lnTo>
                  <a:pt x="6926246" y="6827980"/>
                </a:lnTo>
                <a:lnTo>
                  <a:pt x="6897290" y="6864930"/>
                </a:lnTo>
                <a:lnTo>
                  <a:pt x="6864186" y="6898304"/>
                </a:lnTo>
                <a:lnTo>
                  <a:pt x="6827203" y="6927680"/>
                </a:lnTo>
                <a:lnTo>
                  <a:pt x="6786816" y="6952507"/>
                </a:lnTo>
                <a:lnTo>
                  <a:pt x="6743192" y="6972427"/>
                </a:lnTo>
                <a:lnTo>
                  <a:pt x="6674119" y="6992683"/>
                </a:lnTo>
                <a:lnTo>
                  <a:pt x="6599808" y="6999224"/>
                </a:lnTo>
                <a:lnTo>
                  <a:pt x="6752971" y="6999224"/>
                </a:lnTo>
                <a:lnTo>
                  <a:pt x="6795728" y="6979634"/>
                </a:lnTo>
                <a:lnTo>
                  <a:pt x="6835645" y="6955669"/>
                </a:lnTo>
                <a:lnTo>
                  <a:pt x="6872461" y="6927680"/>
                </a:lnTo>
                <a:lnTo>
                  <a:pt x="6905917" y="6896022"/>
                </a:lnTo>
                <a:lnTo>
                  <a:pt x="6935753" y="6861047"/>
                </a:lnTo>
                <a:lnTo>
                  <a:pt x="6961711" y="6823109"/>
                </a:lnTo>
                <a:lnTo>
                  <a:pt x="6983531" y="6782561"/>
                </a:lnTo>
                <a:lnTo>
                  <a:pt x="7000953" y="6739756"/>
                </a:lnTo>
                <a:lnTo>
                  <a:pt x="7013719" y="6695047"/>
                </a:lnTo>
                <a:lnTo>
                  <a:pt x="7021568" y="6648788"/>
                </a:lnTo>
                <a:lnTo>
                  <a:pt x="7024164" y="6602730"/>
                </a:lnTo>
                <a:lnTo>
                  <a:pt x="7024243" y="801243"/>
                </a:lnTo>
                <a:close/>
              </a:path>
              <a:path w="7024370" h="7028815">
                <a:moveTo>
                  <a:pt x="6751851" y="28067"/>
                </a:moveTo>
                <a:lnTo>
                  <a:pt x="6601206" y="28067"/>
                </a:lnTo>
                <a:lnTo>
                  <a:pt x="6647505" y="30749"/>
                </a:lnTo>
                <a:lnTo>
                  <a:pt x="6692259" y="38597"/>
                </a:lnTo>
                <a:lnTo>
                  <a:pt x="6735166" y="51308"/>
                </a:lnTo>
                <a:lnTo>
                  <a:pt x="6775923" y="68582"/>
                </a:lnTo>
                <a:lnTo>
                  <a:pt x="6814231" y="90117"/>
                </a:lnTo>
                <a:lnTo>
                  <a:pt x="6849786" y="115611"/>
                </a:lnTo>
                <a:lnTo>
                  <a:pt x="6882288" y="144764"/>
                </a:lnTo>
                <a:lnTo>
                  <a:pt x="6911435" y="177273"/>
                </a:lnTo>
                <a:lnTo>
                  <a:pt x="6936925" y="212839"/>
                </a:lnTo>
                <a:lnTo>
                  <a:pt x="6958457" y="251159"/>
                </a:lnTo>
                <a:lnTo>
                  <a:pt x="6975729" y="291932"/>
                </a:lnTo>
                <a:lnTo>
                  <a:pt x="6988339" y="334518"/>
                </a:lnTo>
                <a:lnTo>
                  <a:pt x="6988439" y="334857"/>
                </a:lnTo>
                <a:lnTo>
                  <a:pt x="6996287" y="379633"/>
                </a:lnTo>
                <a:lnTo>
                  <a:pt x="6998970" y="425957"/>
                </a:lnTo>
                <a:lnTo>
                  <a:pt x="6998970" y="771778"/>
                </a:lnTo>
                <a:lnTo>
                  <a:pt x="7024243" y="771778"/>
                </a:lnTo>
                <a:lnTo>
                  <a:pt x="7024243" y="425957"/>
                </a:lnTo>
                <a:lnTo>
                  <a:pt x="7022201" y="379633"/>
                </a:lnTo>
                <a:lnTo>
                  <a:pt x="7022113" y="377628"/>
                </a:lnTo>
                <a:lnTo>
                  <a:pt x="7014625" y="330511"/>
                </a:lnTo>
                <a:lnTo>
                  <a:pt x="7001926" y="284949"/>
                </a:lnTo>
                <a:lnTo>
                  <a:pt x="6984161" y="241284"/>
                </a:lnTo>
                <a:lnTo>
                  <a:pt x="6961477" y="199859"/>
                </a:lnTo>
                <a:lnTo>
                  <a:pt x="6934022" y="161015"/>
                </a:lnTo>
                <a:lnTo>
                  <a:pt x="6901942" y="125095"/>
                </a:lnTo>
                <a:lnTo>
                  <a:pt x="6866022" y="92932"/>
                </a:lnTo>
                <a:lnTo>
                  <a:pt x="6827180" y="65249"/>
                </a:lnTo>
                <a:lnTo>
                  <a:pt x="6785762" y="42215"/>
                </a:lnTo>
                <a:lnTo>
                  <a:pt x="6751851" y="28067"/>
                </a:lnTo>
                <a:close/>
              </a:path>
              <a:path w="7024370" h="7028815">
                <a:moveTo>
                  <a:pt x="5703189" y="245999"/>
                </a:moveTo>
                <a:lnTo>
                  <a:pt x="5381371" y="245999"/>
                </a:lnTo>
                <a:lnTo>
                  <a:pt x="5375656" y="252983"/>
                </a:lnTo>
                <a:lnTo>
                  <a:pt x="5375656" y="577723"/>
                </a:lnTo>
                <a:lnTo>
                  <a:pt x="5382768" y="583437"/>
                </a:lnTo>
                <a:lnTo>
                  <a:pt x="5707380" y="583437"/>
                </a:lnTo>
                <a:lnTo>
                  <a:pt x="5712968" y="576326"/>
                </a:lnTo>
                <a:lnTo>
                  <a:pt x="5712968" y="555244"/>
                </a:lnTo>
                <a:lnTo>
                  <a:pt x="5405247" y="555244"/>
                </a:lnTo>
                <a:lnTo>
                  <a:pt x="5405247" y="275462"/>
                </a:lnTo>
                <a:lnTo>
                  <a:pt x="5712968" y="275462"/>
                </a:lnTo>
                <a:lnTo>
                  <a:pt x="5712968" y="254380"/>
                </a:lnTo>
                <a:lnTo>
                  <a:pt x="5710174" y="251586"/>
                </a:lnTo>
                <a:lnTo>
                  <a:pt x="5707380" y="247396"/>
                </a:lnTo>
                <a:lnTo>
                  <a:pt x="5703189" y="245999"/>
                </a:lnTo>
                <a:close/>
              </a:path>
              <a:path w="7024370" h="7028815">
                <a:moveTo>
                  <a:pt x="6161278" y="245999"/>
                </a:moveTo>
                <a:lnTo>
                  <a:pt x="5839459" y="245999"/>
                </a:lnTo>
                <a:lnTo>
                  <a:pt x="5833872" y="252983"/>
                </a:lnTo>
                <a:lnTo>
                  <a:pt x="5833872" y="577723"/>
                </a:lnTo>
                <a:lnTo>
                  <a:pt x="5840857" y="583437"/>
                </a:lnTo>
                <a:lnTo>
                  <a:pt x="6165469" y="583437"/>
                </a:lnTo>
                <a:lnTo>
                  <a:pt x="6171183" y="576326"/>
                </a:lnTo>
                <a:lnTo>
                  <a:pt x="6171183" y="555244"/>
                </a:lnTo>
                <a:lnTo>
                  <a:pt x="5863335" y="555244"/>
                </a:lnTo>
                <a:lnTo>
                  <a:pt x="5863335" y="275462"/>
                </a:lnTo>
                <a:lnTo>
                  <a:pt x="6171183" y="275462"/>
                </a:lnTo>
                <a:lnTo>
                  <a:pt x="6171183" y="254380"/>
                </a:lnTo>
                <a:lnTo>
                  <a:pt x="6168390" y="251586"/>
                </a:lnTo>
                <a:lnTo>
                  <a:pt x="6165469" y="247396"/>
                </a:lnTo>
                <a:lnTo>
                  <a:pt x="6161278" y="245999"/>
                </a:lnTo>
                <a:close/>
              </a:path>
              <a:path w="7024370" h="7028815">
                <a:moveTo>
                  <a:pt x="6618097" y="245999"/>
                </a:moveTo>
                <a:lnTo>
                  <a:pt x="6296279" y="245999"/>
                </a:lnTo>
                <a:lnTo>
                  <a:pt x="6290564" y="252983"/>
                </a:lnTo>
                <a:lnTo>
                  <a:pt x="6290564" y="577723"/>
                </a:lnTo>
                <a:lnTo>
                  <a:pt x="6297676" y="583437"/>
                </a:lnTo>
                <a:lnTo>
                  <a:pt x="6622287" y="583437"/>
                </a:lnTo>
                <a:lnTo>
                  <a:pt x="6627876" y="576326"/>
                </a:lnTo>
                <a:lnTo>
                  <a:pt x="6627876" y="555244"/>
                </a:lnTo>
                <a:lnTo>
                  <a:pt x="6320155" y="555244"/>
                </a:lnTo>
                <a:lnTo>
                  <a:pt x="6320155" y="275462"/>
                </a:lnTo>
                <a:lnTo>
                  <a:pt x="6627876" y="275462"/>
                </a:lnTo>
                <a:lnTo>
                  <a:pt x="6627876" y="254380"/>
                </a:lnTo>
                <a:lnTo>
                  <a:pt x="6625082" y="251586"/>
                </a:lnTo>
                <a:lnTo>
                  <a:pt x="6622287" y="247396"/>
                </a:lnTo>
                <a:lnTo>
                  <a:pt x="6618097" y="245999"/>
                </a:lnTo>
                <a:close/>
              </a:path>
              <a:path w="7024370" h="7028815">
                <a:moveTo>
                  <a:pt x="5712968" y="275462"/>
                </a:moveTo>
                <a:lnTo>
                  <a:pt x="5684901" y="275462"/>
                </a:lnTo>
                <a:lnTo>
                  <a:pt x="5684901" y="555244"/>
                </a:lnTo>
                <a:lnTo>
                  <a:pt x="5712968" y="555244"/>
                </a:lnTo>
                <a:lnTo>
                  <a:pt x="5712968" y="275462"/>
                </a:lnTo>
                <a:close/>
              </a:path>
              <a:path w="7024370" h="7028815">
                <a:moveTo>
                  <a:pt x="6171183" y="275462"/>
                </a:moveTo>
                <a:lnTo>
                  <a:pt x="6142990" y="275462"/>
                </a:lnTo>
                <a:lnTo>
                  <a:pt x="6142990" y="555244"/>
                </a:lnTo>
                <a:lnTo>
                  <a:pt x="6171183" y="555244"/>
                </a:lnTo>
                <a:lnTo>
                  <a:pt x="6171183" y="275462"/>
                </a:lnTo>
                <a:close/>
              </a:path>
              <a:path w="7024370" h="7028815">
                <a:moveTo>
                  <a:pt x="6627876" y="275462"/>
                </a:moveTo>
                <a:lnTo>
                  <a:pt x="6599808" y="275462"/>
                </a:lnTo>
                <a:lnTo>
                  <a:pt x="6599808" y="555244"/>
                </a:lnTo>
                <a:lnTo>
                  <a:pt x="6627876" y="555244"/>
                </a:lnTo>
                <a:lnTo>
                  <a:pt x="6627876" y="275462"/>
                </a:lnTo>
                <a:close/>
              </a:path>
              <a:path w="7024370" h="7028815">
                <a:moveTo>
                  <a:pt x="6386195" y="324738"/>
                </a:moveTo>
                <a:lnTo>
                  <a:pt x="6377685" y="324738"/>
                </a:lnTo>
                <a:lnTo>
                  <a:pt x="6374892" y="326135"/>
                </a:lnTo>
                <a:lnTo>
                  <a:pt x="6366509" y="334518"/>
                </a:lnTo>
                <a:lnTo>
                  <a:pt x="6366509" y="344424"/>
                </a:lnTo>
                <a:lnTo>
                  <a:pt x="6439534" y="417449"/>
                </a:lnTo>
                <a:lnTo>
                  <a:pt x="6372098" y="485012"/>
                </a:lnTo>
                <a:lnTo>
                  <a:pt x="6367907" y="490600"/>
                </a:lnTo>
                <a:lnTo>
                  <a:pt x="6367907" y="498982"/>
                </a:lnTo>
                <a:lnTo>
                  <a:pt x="6373495" y="506095"/>
                </a:lnTo>
                <a:lnTo>
                  <a:pt x="6376289" y="507492"/>
                </a:lnTo>
                <a:lnTo>
                  <a:pt x="6380607" y="508888"/>
                </a:lnTo>
                <a:lnTo>
                  <a:pt x="6388989" y="508888"/>
                </a:lnTo>
                <a:lnTo>
                  <a:pt x="6460617" y="437133"/>
                </a:lnTo>
                <a:lnTo>
                  <a:pt x="6498552" y="437133"/>
                </a:lnTo>
                <a:lnTo>
                  <a:pt x="6478905" y="417449"/>
                </a:lnTo>
                <a:lnTo>
                  <a:pt x="6499986" y="396367"/>
                </a:lnTo>
                <a:lnTo>
                  <a:pt x="6459220" y="396367"/>
                </a:lnTo>
                <a:lnTo>
                  <a:pt x="6391783" y="328929"/>
                </a:lnTo>
                <a:lnTo>
                  <a:pt x="6390385" y="326135"/>
                </a:lnTo>
                <a:lnTo>
                  <a:pt x="6386195" y="324738"/>
                </a:lnTo>
                <a:close/>
              </a:path>
              <a:path w="7024370" h="7028815">
                <a:moveTo>
                  <a:pt x="6093841" y="324738"/>
                </a:moveTo>
                <a:lnTo>
                  <a:pt x="5908294" y="324738"/>
                </a:lnTo>
                <a:lnTo>
                  <a:pt x="5902706" y="331724"/>
                </a:lnTo>
                <a:lnTo>
                  <a:pt x="5902706" y="500379"/>
                </a:lnTo>
                <a:lnTo>
                  <a:pt x="5909691" y="507492"/>
                </a:lnTo>
                <a:lnTo>
                  <a:pt x="6095237" y="507492"/>
                </a:lnTo>
                <a:lnTo>
                  <a:pt x="6100826" y="500379"/>
                </a:lnTo>
                <a:lnTo>
                  <a:pt x="6100826" y="477900"/>
                </a:lnTo>
                <a:lnTo>
                  <a:pt x="5932170" y="477900"/>
                </a:lnTo>
                <a:lnTo>
                  <a:pt x="5932170" y="389381"/>
                </a:lnTo>
                <a:lnTo>
                  <a:pt x="6100826" y="389381"/>
                </a:lnTo>
                <a:lnTo>
                  <a:pt x="6100826" y="330326"/>
                </a:lnTo>
                <a:lnTo>
                  <a:pt x="6093841" y="324738"/>
                </a:lnTo>
                <a:close/>
              </a:path>
              <a:path w="7024370" h="7028815">
                <a:moveTo>
                  <a:pt x="6498552" y="437133"/>
                </a:moveTo>
                <a:lnTo>
                  <a:pt x="6460617" y="437133"/>
                </a:lnTo>
                <a:lnTo>
                  <a:pt x="6528181" y="504698"/>
                </a:lnTo>
                <a:lnTo>
                  <a:pt x="6530975" y="506095"/>
                </a:lnTo>
                <a:lnTo>
                  <a:pt x="6535166" y="507492"/>
                </a:lnTo>
                <a:lnTo>
                  <a:pt x="6544945" y="507492"/>
                </a:lnTo>
                <a:lnTo>
                  <a:pt x="6552057" y="500379"/>
                </a:lnTo>
                <a:lnTo>
                  <a:pt x="6552057" y="490600"/>
                </a:lnTo>
                <a:lnTo>
                  <a:pt x="6546342" y="485012"/>
                </a:lnTo>
                <a:lnTo>
                  <a:pt x="6498552" y="437133"/>
                </a:lnTo>
                <a:close/>
              </a:path>
              <a:path w="7024370" h="7028815">
                <a:moveTo>
                  <a:pt x="5646928" y="477900"/>
                </a:moveTo>
                <a:lnTo>
                  <a:pt x="5441696" y="477900"/>
                </a:lnTo>
                <a:lnTo>
                  <a:pt x="5434710" y="483615"/>
                </a:lnTo>
                <a:lnTo>
                  <a:pt x="5434710" y="500379"/>
                </a:lnTo>
                <a:lnTo>
                  <a:pt x="5440299" y="506095"/>
                </a:lnTo>
                <a:lnTo>
                  <a:pt x="5645531" y="506095"/>
                </a:lnTo>
                <a:lnTo>
                  <a:pt x="5652516" y="498982"/>
                </a:lnTo>
                <a:lnTo>
                  <a:pt x="5652516" y="485012"/>
                </a:lnTo>
                <a:lnTo>
                  <a:pt x="5646928" y="477900"/>
                </a:lnTo>
                <a:close/>
              </a:path>
              <a:path w="7024370" h="7028815">
                <a:moveTo>
                  <a:pt x="6100826" y="389381"/>
                </a:moveTo>
                <a:lnTo>
                  <a:pt x="6074156" y="389381"/>
                </a:lnTo>
                <a:lnTo>
                  <a:pt x="6074156" y="477900"/>
                </a:lnTo>
                <a:lnTo>
                  <a:pt x="6100826" y="477900"/>
                </a:lnTo>
                <a:lnTo>
                  <a:pt x="6100826" y="389381"/>
                </a:lnTo>
                <a:close/>
              </a:path>
              <a:path w="7024370" h="7028815">
                <a:moveTo>
                  <a:pt x="6540754" y="324738"/>
                </a:moveTo>
                <a:lnTo>
                  <a:pt x="6532372" y="324738"/>
                </a:lnTo>
                <a:lnTo>
                  <a:pt x="6529578" y="326135"/>
                </a:lnTo>
                <a:lnTo>
                  <a:pt x="6526657" y="328929"/>
                </a:lnTo>
                <a:lnTo>
                  <a:pt x="6459220" y="396367"/>
                </a:lnTo>
                <a:lnTo>
                  <a:pt x="6499986" y="396367"/>
                </a:lnTo>
                <a:lnTo>
                  <a:pt x="6546342" y="350011"/>
                </a:lnTo>
                <a:lnTo>
                  <a:pt x="6552057" y="344424"/>
                </a:lnTo>
                <a:lnTo>
                  <a:pt x="6552057" y="334518"/>
                </a:lnTo>
                <a:lnTo>
                  <a:pt x="6546342" y="328929"/>
                </a:lnTo>
                <a:lnTo>
                  <a:pt x="6544945" y="326135"/>
                </a:lnTo>
                <a:lnTo>
                  <a:pt x="6540754" y="324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49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240256" y="134112"/>
            <a:ext cx="4048125" cy="5105400"/>
          </a:xfrm>
          <a:custGeom>
            <a:avLst/>
            <a:gdLst/>
            <a:ahLst/>
            <a:cxnLst/>
            <a:rect l="l" t="t" r="r" b="b"/>
            <a:pathLst>
              <a:path w="4048125" h="5105400">
                <a:moveTo>
                  <a:pt x="2552700" y="0"/>
                </a:moveTo>
                <a:lnTo>
                  <a:pt x="2504192" y="451"/>
                </a:lnTo>
                <a:lnTo>
                  <a:pt x="2455904" y="1801"/>
                </a:lnTo>
                <a:lnTo>
                  <a:pt x="2407844" y="4040"/>
                </a:lnTo>
                <a:lnTo>
                  <a:pt x="2360019" y="7162"/>
                </a:lnTo>
                <a:lnTo>
                  <a:pt x="2312437" y="11158"/>
                </a:lnTo>
                <a:lnTo>
                  <a:pt x="2265108" y="16020"/>
                </a:lnTo>
                <a:lnTo>
                  <a:pt x="2218037" y="21739"/>
                </a:lnTo>
                <a:lnTo>
                  <a:pt x="2171234" y="28309"/>
                </a:lnTo>
                <a:lnTo>
                  <a:pt x="2124707" y="35721"/>
                </a:lnTo>
                <a:lnTo>
                  <a:pt x="2078463" y="43968"/>
                </a:lnTo>
                <a:lnTo>
                  <a:pt x="2032511" y="53040"/>
                </a:lnTo>
                <a:lnTo>
                  <a:pt x="1986858" y="62930"/>
                </a:lnTo>
                <a:lnTo>
                  <a:pt x="1941512" y="73631"/>
                </a:lnTo>
                <a:lnTo>
                  <a:pt x="1896482" y="85134"/>
                </a:lnTo>
                <a:lnTo>
                  <a:pt x="1851775" y="97431"/>
                </a:lnTo>
                <a:lnTo>
                  <a:pt x="1807399" y="110514"/>
                </a:lnTo>
                <a:lnTo>
                  <a:pt x="1763363" y="124376"/>
                </a:lnTo>
                <a:lnTo>
                  <a:pt x="1719674" y="139008"/>
                </a:lnTo>
                <a:lnTo>
                  <a:pt x="1676340" y="154402"/>
                </a:lnTo>
                <a:lnTo>
                  <a:pt x="1633370" y="170551"/>
                </a:lnTo>
                <a:lnTo>
                  <a:pt x="1590770" y="187446"/>
                </a:lnTo>
                <a:lnTo>
                  <a:pt x="1548550" y="205079"/>
                </a:lnTo>
                <a:lnTo>
                  <a:pt x="1506718" y="223443"/>
                </a:lnTo>
                <a:lnTo>
                  <a:pt x="1465280" y="242529"/>
                </a:lnTo>
                <a:lnTo>
                  <a:pt x="1424245" y="262329"/>
                </a:lnTo>
                <a:lnTo>
                  <a:pt x="1383622" y="282836"/>
                </a:lnTo>
                <a:lnTo>
                  <a:pt x="1343418" y="304042"/>
                </a:lnTo>
                <a:lnTo>
                  <a:pt x="1303641" y="325937"/>
                </a:lnTo>
                <a:lnTo>
                  <a:pt x="1264299" y="348516"/>
                </a:lnTo>
                <a:lnTo>
                  <a:pt x="1225400" y="371769"/>
                </a:lnTo>
                <a:lnTo>
                  <a:pt x="1186952" y="395688"/>
                </a:lnTo>
                <a:lnTo>
                  <a:pt x="1148963" y="420266"/>
                </a:lnTo>
                <a:lnTo>
                  <a:pt x="1111441" y="445494"/>
                </a:lnTo>
                <a:lnTo>
                  <a:pt x="1074394" y="471366"/>
                </a:lnTo>
                <a:lnTo>
                  <a:pt x="1037830" y="497871"/>
                </a:lnTo>
                <a:lnTo>
                  <a:pt x="1001757" y="525004"/>
                </a:lnTo>
                <a:lnTo>
                  <a:pt x="966183" y="552755"/>
                </a:lnTo>
                <a:lnTo>
                  <a:pt x="931116" y="581116"/>
                </a:lnTo>
                <a:lnTo>
                  <a:pt x="896564" y="610081"/>
                </a:lnTo>
                <a:lnTo>
                  <a:pt x="862534" y="639640"/>
                </a:lnTo>
                <a:lnTo>
                  <a:pt x="829036" y="669785"/>
                </a:lnTo>
                <a:lnTo>
                  <a:pt x="796076" y="700510"/>
                </a:lnTo>
                <a:lnTo>
                  <a:pt x="763663" y="731805"/>
                </a:lnTo>
                <a:lnTo>
                  <a:pt x="731805" y="763663"/>
                </a:lnTo>
                <a:lnTo>
                  <a:pt x="700510" y="796076"/>
                </a:lnTo>
                <a:lnTo>
                  <a:pt x="669785" y="829036"/>
                </a:lnTo>
                <a:lnTo>
                  <a:pt x="639640" y="862534"/>
                </a:lnTo>
                <a:lnTo>
                  <a:pt x="610081" y="896564"/>
                </a:lnTo>
                <a:lnTo>
                  <a:pt x="581116" y="931116"/>
                </a:lnTo>
                <a:lnTo>
                  <a:pt x="552755" y="966183"/>
                </a:lnTo>
                <a:lnTo>
                  <a:pt x="525004" y="1001757"/>
                </a:lnTo>
                <a:lnTo>
                  <a:pt x="497871" y="1037830"/>
                </a:lnTo>
                <a:lnTo>
                  <a:pt x="471366" y="1074394"/>
                </a:lnTo>
                <a:lnTo>
                  <a:pt x="445494" y="1111441"/>
                </a:lnTo>
                <a:lnTo>
                  <a:pt x="420266" y="1148963"/>
                </a:lnTo>
                <a:lnTo>
                  <a:pt x="395688" y="1186952"/>
                </a:lnTo>
                <a:lnTo>
                  <a:pt x="371769" y="1225400"/>
                </a:lnTo>
                <a:lnTo>
                  <a:pt x="348516" y="1264299"/>
                </a:lnTo>
                <a:lnTo>
                  <a:pt x="325937" y="1303641"/>
                </a:lnTo>
                <a:lnTo>
                  <a:pt x="304042" y="1343418"/>
                </a:lnTo>
                <a:lnTo>
                  <a:pt x="282836" y="1383622"/>
                </a:lnTo>
                <a:lnTo>
                  <a:pt x="262329" y="1424245"/>
                </a:lnTo>
                <a:lnTo>
                  <a:pt x="242529" y="1465280"/>
                </a:lnTo>
                <a:lnTo>
                  <a:pt x="223443" y="1506718"/>
                </a:lnTo>
                <a:lnTo>
                  <a:pt x="205079" y="1548550"/>
                </a:lnTo>
                <a:lnTo>
                  <a:pt x="187446" y="1590770"/>
                </a:lnTo>
                <a:lnTo>
                  <a:pt x="170551" y="1633370"/>
                </a:lnTo>
                <a:lnTo>
                  <a:pt x="154402" y="1676340"/>
                </a:lnTo>
                <a:lnTo>
                  <a:pt x="139008" y="1719674"/>
                </a:lnTo>
                <a:lnTo>
                  <a:pt x="124376" y="1763363"/>
                </a:lnTo>
                <a:lnTo>
                  <a:pt x="110514" y="1807399"/>
                </a:lnTo>
                <a:lnTo>
                  <a:pt x="97431" y="1851775"/>
                </a:lnTo>
                <a:lnTo>
                  <a:pt x="85134" y="1896482"/>
                </a:lnTo>
                <a:lnTo>
                  <a:pt x="73631" y="1941512"/>
                </a:lnTo>
                <a:lnTo>
                  <a:pt x="62930" y="1986858"/>
                </a:lnTo>
                <a:lnTo>
                  <a:pt x="53040" y="2032511"/>
                </a:lnTo>
                <a:lnTo>
                  <a:pt x="43968" y="2078463"/>
                </a:lnTo>
                <a:lnTo>
                  <a:pt x="35721" y="2124707"/>
                </a:lnTo>
                <a:lnTo>
                  <a:pt x="28309" y="2171234"/>
                </a:lnTo>
                <a:lnTo>
                  <a:pt x="21739" y="2218037"/>
                </a:lnTo>
                <a:lnTo>
                  <a:pt x="16020" y="2265108"/>
                </a:lnTo>
                <a:lnTo>
                  <a:pt x="11158" y="2312437"/>
                </a:lnTo>
                <a:lnTo>
                  <a:pt x="7162" y="2360019"/>
                </a:lnTo>
                <a:lnTo>
                  <a:pt x="4040" y="2407844"/>
                </a:lnTo>
                <a:lnTo>
                  <a:pt x="1801" y="2455904"/>
                </a:lnTo>
                <a:lnTo>
                  <a:pt x="451" y="2504192"/>
                </a:lnTo>
                <a:lnTo>
                  <a:pt x="0" y="2552700"/>
                </a:lnTo>
                <a:lnTo>
                  <a:pt x="451" y="2601207"/>
                </a:lnTo>
                <a:lnTo>
                  <a:pt x="1801" y="2649495"/>
                </a:lnTo>
                <a:lnTo>
                  <a:pt x="4040" y="2697555"/>
                </a:lnTo>
                <a:lnTo>
                  <a:pt x="7162" y="2745380"/>
                </a:lnTo>
                <a:lnTo>
                  <a:pt x="11158" y="2792962"/>
                </a:lnTo>
                <a:lnTo>
                  <a:pt x="16020" y="2840291"/>
                </a:lnTo>
                <a:lnTo>
                  <a:pt x="21739" y="2887362"/>
                </a:lnTo>
                <a:lnTo>
                  <a:pt x="28309" y="2934165"/>
                </a:lnTo>
                <a:lnTo>
                  <a:pt x="35721" y="2980692"/>
                </a:lnTo>
                <a:lnTo>
                  <a:pt x="43968" y="3026936"/>
                </a:lnTo>
                <a:lnTo>
                  <a:pt x="53040" y="3072888"/>
                </a:lnTo>
                <a:lnTo>
                  <a:pt x="62930" y="3118541"/>
                </a:lnTo>
                <a:lnTo>
                  <a:pt x="73631" y="3163887"/>
                </a:lnTo>
                <a:lnTo>
                  <a:pt x="85134" y="3208917"/>
                </a:lnTo>
                <a:lnTo>
                  <a:pt x="97431" y="3253624"/>
                </a:lnTo>
                <a:lnTo>
                  <a:pt x="110514" y="3298000"/>
                </a:lnTo>
                <a:lnTo>
                  <a:pt x="124376" y="3342036"/>
                </a:lnTo>
                <a:lnTo>
                  <a:pt x="139008" y="3385725"/>
                </a:lnTo>
                <a:lnTo>
                  <a:pt x="154402" y="3429059"/>
                </a:lnTo>
                <a:lnTo>
                  <a:pt x="170551" y="3472029"/>
                </a:lnTo>
                <a:lnTo>
                  <a:pt x="187446" y="3514629"/>
                </a:lnTo>
                <a:lnTo>
                  <a:pt x="205079" y="3556849"/>
                </a:lnTo>
                <a:lnTo>
                  <a:pt x="223443" y="3598681"/>
                </a:lnTo>
                <a:lnTo>
                  <a:pt x="242529" y="3640119"/>
                </a:lnTo>
                <a:lnTo>
                  <a:pt x="262329" y="3681154"/>
                </a:lnTo>
                <a:lnTo>
                  <a:pt x="282836" y="3721777"/>
                </a:lnTo>
                <a:lnTo>
                  <a:pt x="304042" y="3761981"/>
                </a:lnTo>
                <a:lnTo>
                  <a:pt x="325937" y="3801758"/>
                </a:lnTo>
                <a:lnTo>
                  <a:pt x="348516" y="3841100"/>
                </a:lnTo>
                <a:lnTo>
                  <a:pt x="371769" y="3879999"/>
                </a:lnTo>
                <a:lnTo>
                  <a:pt x="395688" y="3918447"/>
                </a:lnTo>
                <a:lnTo>
                  <a:pt x="420266" y="3956436"/>
                </a:lnTo>
                <a:lnTo>
                  <a:pt x="445494" y="3993958"/>
                </a:lnTo>
                <a:lnTo>
                  <a:pt x="471366" y="4031005"/>
                </a:lnTo>
                <a:lnTo>
                  <a:pt x="497871" y="4067569"/>
                </a:lnTo>
                <a:lnTo>
                  <a:pt x="525004" y="4103642"/>
                </a:lnTo>
                <a:lnTo>
                  <a:pt x="552755" y="4139216"/>
                </a:lnTo>
                <a:lnTo>
                  <a:pt x="581116" y="4174283"/>
                </a:lnTo>
                <a:lnTo>
                  <a:pt x="610081" y="4208835"/>
                </a:lnTo>
                <a:lnTo>
                  <a:pt x="639640" y="4242865"/>
                </a:lnTo>
                <a:lnTo>
                  <a:pt x="669785" y="4276363"/>
                </a:lnTo>
                <a:lnTo>
                  <a:pt x="700510" y="4309323"/>
                </a:lnTo>
                <a:lnTo>
                  <a:pt x="731805" y="4341736"/>
                </a:lnTo>
                <a:lnTo>
                  <a:pt x="763663" y="4373594"/>
                </a:lnTo>
                <a:lnTo>
                  <a:pt x="796076" y="4404889"/>
                </a:lnTo>
                <a:lnTo>
                  <a:pt x="829036" y="4435614"/>
                </a:lnTo>
                <a:lnTo>
                  <a:pt x="862534" y="4465759"/>
                </a:lnTo>
                <a:lnTo>
                  <a:pt x="896564" y="4495318"/>
                </a:lnTo>
                <a:lnTo>
                  <a:pt x="931116" y="4524283"/>
                </a:lnTo>
                <a:lnTo>
                  <a:pt x="966183" y="4552644"/>
                </a:lnTo>
                <a:lnTo>
                  <a:pt x="1001757" y="4580395"/>
                </a:lnTo>
                <a:lnTo>
                  <a:pt x="1037830" y="4607528"/>
                </a:lnTo>
                <a:lnTo>
                  <a:pt x="1074394" y="4634033"/>
                </a:lnTo>
                <a:lnTo>
                  <a:pt x="1111441" y="4659905"/>
                </a:lnTo>
                <a:lnTo>
                  <a:pt x="1148963" y="4685133"/>
                </a:lnTo>
                <a:lnTo>
                  <a:pt x="1186952" y="4709711"/>
                </a:lnTo>
                <a:lnTo>
                  <a:pt x="1225400" y="4733630"/>
                </a:lnTo>
                <a:lnTo>
                  <a:pt x="1264299" y="4756883"/>
                </a:lnTo>
                <a:lnTo>
                  <a:pt x="1303641" y="4779462"/>
                </a:lnTo>
                <a:lnTo>
                  <a:pt x="1343418" y="4801357"/>
                </a:lnTo>
                <a:lnTo>
                  <a:pt x="1383622" y="4822563"/>
                </a:lnTo>
                <a:lnTo>
                  <a:pt x="1424245" y="4843070"/>
                </a:lnTo>
                <a:lnTo>
                  <a:pt x="1465280" y="4862870"/>
                </a:lnTo>
                <a:lnTo>
                  <a:pt x="1506718" y="4881956"/>
                </a:lnTo>
                <a:lnTo>
                  <a:pt x="1548550" y="4900320"/>
                </a:lnTo>
                <a:lnTo>
                  <a:pt x="1590770" y="4917953"/>
                </a:lnTo>
                <a:lnTo>
                  <a:pt x="1633370" y="4934848"/>
                </a:lnTo>
                <a:lnTo>
                  <a:pt x="1676340" y="4950997"/>
                </a:lnTo>
                <a:lnTo>
                  <a:pt x="1719674" y="4966391"/>
                </a:lnTo>
                <a:lnTo>
                  <a:pt x="1763363" y="4981023"/>
                </a:lnTo>
                <a:lnTo>
                  <a:pt x="1807399" y="4994885"/>
                </a:lnTo>
                <a:lnTo>
                  <a:pt x="1851775" y="5007968"/>
                </a:lnTo>
                <a:lnTo>
                  <a:pt x="1896482" y="5020265"/>
                </a:lnTo>
                <a:lnTo>
                  <a:pt x="1941512" y="5031768"/>
                </a:lnTo>
                <a:lnTo>
                  <a:pt x="1986858" y="5042469"/>
                </a:lnTo>
                <a:lnTo>
                  <a:pt x="2032511" y="5052359"/>
                </a:lnTo>
                <a:lnTo>
                  <a:pt x="2078463" y="5061431"/>
                </a:lnTo>
                <a:lnTo>
                  <a:pt x="2124707" y="5069678"/>
                </a:lnTo>
                <a:lnTo>
                  <a:pt x="2171234" y="5077090"/>
                </a:lnTo>
                <a:lnTo>
                  <a:pt x="2218037" y="5083660"/>
                </a:lnTo>
                <a:lnTo>
                  <a:pt x="2265108" y="5089379"/>
                </a:lnTo>
                <a:lnTo>
                  <a:pt x="2312437" y="5094241"/>
                </a:lnTo>
                <a:lnTo>
                  <a:pt x="2360019" y="5098237"/>
                </a:lnTo>
                <a:lnTo>
                  <a:pt x="2407844" y="5101359"/>
                </a:lnTo>
                <a:lnTo>
                  <a:pt x="2455904" y="5103598"/>
                </a:lnTo>
                <a:lnTo>
                  <a:pt x="2504192" y="5104948"/>
                </a:lnTo>
                <a:lnTo>
                  <a:pt x="2552700" y="5105400"/>
                </a:lnTo>
                <a:lnTo>
                  <a:pt x="2601207" y="5104948"/>
                </a:lnTo>
                <a:lnTo>
                  <a:pt x="2649495" y="5103598"/>
                </a:lnTo>
                <a:lnTo>
                  <a:pt x="2697555" y="5101359"/>
                </a:lnTo>
                <a:lnTo>
                  <a:pt x="2745380" y="5098237"/>
                </a:lnTo>
                <a:lnTo>
                  <a:pt x="2792962" y="5094241"/>
                </a:lnTo>
                <a:lnTo>
                  <a:pt x="2840291" y="5089379"/>
                </a:lnTo>
                <a:lnTo>
                  <a:pt x="2887362" y="5083660"/>
                </a:lnTo>
                <a:lnTo>
                  <a:pt x="2934165" y="5077090"/>
                </a:lnTo>
                <a:lnTo>
                  <a:pt x="2980692" y="5069678"/>
                </a:lnTo>
                <a:lnTo>
                  <a:pt x="3026936" y="5061431"/>
                </a:lnTo>
                <a:lnTo>
                  <a:pt x="3072888" y="5052359"/>
                </a:lnTo>
                <a:lnTo>
                  <a:pt x="3118541" y="5042469"/>
                </a:lnTo>
                <a:lnTo>
                  <a:pt x="3163887" y="5031768"/>
                </a:lnTo>
                <a:lnTo>
                  <a:pt x="3208917" y="5020265"/>
                </a:lnTo>
                <a:lnTo>
                  <a:pt x="3253624" y="5007968"/>
                </a:lnTo>
                <a:lnTo>
                  <a:pt x="3298000" y="4994885"/>
                </a:lnTo>
                <a:lnTo>
                  <a:pt x="3342036" y="4981023"/>
                </a:lnTo>
                <a:lnTo>
                  <a:pt x="3385725" y="4966391"/>
                </a:lnTo>
                <a:lnTo>
                  <a:pt x="3429059" y="4950997"/>
                </a:lnTo>
                <a:lnTo>
                  <a:pt x="3472029" y="4934848"/>
                </a:lnTo>
                <a:lnTo>
                  <a:pt x="3514629" y="4917953"/>
                </a:lnTo>
                <a:lnTo>
                  <a:pt x="3556849" y="4900320"/>
                </a:lnTo>
                <a:lnTo>
                  <a:pt x="3598681" y="4881956"/>
                </a:lnTo>
                <a:lnTo>
                  <a:pt x="3640119" y="4862870"/>
                </a:lnTo>
                <a:lnTo>
                  <a:pt x="3681154" y="4843070"/>
                </a:lnTo>
                <a:lnTo>
                  <a:pt x="3721777" y="4822563"/>
                </a:lnTo>
                <a:lnTo>
                  <a:pt x="3761981" y="4801357"/>
                </a:lnTo>
                <a:lnTo>
                  <a:pt x="3801758" y="4779462"/>
                </a:lnTo>
                <a:lnTo>
                  <a:pt x="3841100" y="4756883"/>
                </a:lnTo>
                <a:lnTo>
                  <a:pt x="3879999" y="4733630"/>
                </a:lnTo>
                <a:lnTo>
                  <a:pt x="3918447" y="4709711"/>
                </a:lnTo>
                <a:lnTo>
                  <a:pt x="3956436" y="4685133"/>
                </a:lnTo>
                <a:lnTo>
                  <a:pt x="3993958" y="4659905"/>
                </a:lnTo>
                <a:lnTo>
                  <a:pt x="4031005" y="4634033"/>
                </a:lnTo>
                <a:lnTo>
                  <a:pt x="4047744" y="4621899"/>
                </a:lnTo>
                <a:lnTo>
                  <a:pt x="4047744" y="483500"/>
                </a:lnTo>
                <a:lnTo>
                  <a:pt x="3993958" y="445494"/>
                </a:lnTo>
                <a:lnTo>
                  <a:pt x="3956436" y="420266"/>
                </a:lnTo>
                <a:lnTo>
                  <a:pt x="3918447" y="395688"/>
                </a:lnTo>
                <a:lnTo>
                  <a:pt x="3879999" y="371769"/>
                </a:lnTo>
                <a:lnTo>
                  <a:pt x="3841100" y="348516"/>
                </a:lnTo>
                <a:lnTo>
                  <a:pt x="3801758" y="325937"/>
                </a:lnTo>
                <a:lnTo>
                  <a:pt x="3761981" y="304042"/>
                </a:lnTo>
                <a:lnTo>
                  <a:pt x="3721777" y="282836"/>
                </a:lnTo>
                <a:lnTo>
                  <a:pt x="3681154" y="262329"/>
                </a:lnTo>
                <a:lnTo>
                  <a:pt x="3640119" y="242529"/>
                </a:lnTo>
                <a:lnTo>
                  <a:pt x="3598681" y="223443"/>
                </a:lnTo>
                <a:lnTo>
                  <a:pt x="3556849" y="205079"/>
                </a:lnTo>
                <a:lnTo>
                  <a:pt x="3514629" y="187446"/>
                </a:lnTo>
                <a:lnTo>
                  <a:pt x="3472029" y="170551"/>
                </a:lnTo>
                <a:lnTo>
                  <a:pt x="3429059" y="154402"/>
                </a:lnTo>
                <a:lnTo>
                  <a:pt x="3385725" y="139008"/>
                </a:lnTo>
                <a:lnTo>
                  <a:pt x="3342036" y="124376"/>
                </a:lnTo>
                <a:lnTo>
                  <a:pt x="3298000" y="110514"/>
                </a:lnTo>
                <a:lnTo>
                  <a:pt x="3253624" y="97431"/>
                </a:lnTo>
                <a:lnTo>
                  <a:pt x="3208917" y="85134"/>
                </a:lnTo>
                <a:lnTo>
                  <a:pt x="3163887" y="73631"/>
                </a:lnTo>
                <a:lnTo>
                  <a:pt x="3118541" y="62930"/>
                </a:lnTo>
                <a:lnTo>
                  <a:pt x="3072888" y="53040"/>
                </a:lnTo>
                <a:lnTo>
                  <a:pt x="3026936" y="43968"/>
                </a:lnTo>
                <a:lnTo>
                  <a:pt x="2980692" y="35721"/>
                </a:lnTo>
                <a:lnTo>
                  <a:pt x="2934165" y="28309"/>
                </a:lnTo>
                <a:lnTo>
                  <a:pt x="2887362" y="21739"/>
                </a:lnTo>
                <a:lnTo>
                  <a:pt x="2840291" y="16020"/>
                </a:lnTo>
                <a:lnTo>
                  <a:pt x="2792962" y="11158"/>
                </a:lnTo>
                <a:lnTo>
                  <a:pt x="2745380" y="7162"/>
                </a:lnTo>
                <a:lnTo>
                  <a:pt x="2697555" y="4040"/>
                </a:lnTo>
                <a:lnTo>
                  <a:pt x="2649495" y="1801"/>
                </a:lnTo>
                <a:lnTo>
                  <a:pt x="2601207" y="451"/>
                </a:lnTo>
                <a:lnTo>
                  <a:pt x="25527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46920" y="2258567"/>
            <a:ext cx="7599045" cy="6986270"/>
          </a:xfrm>
          <a:custGeom>
            <a:avLst/>
            <a:gdLst/>
            <a:ahLst/>
            <a:cxnLst/>
            <a:rect l="l" t="t" r="r" b="b"/>
            <a:pathLst>
              <a:path w="7599044" h="6986270">
                <a:moveTo>
                  <a:pt x="7598664" y="0"/>
                </a:moveTo>
                <a:lnTo>
                  <a:pt x="0" y="0"/>
                </a:lnTo>
                <a:lnTo>
                  <a:pt x="82" y="6538849"/>
                </a:lnTo>
                <a:lnTo>
                  <a:pt x="2639" y="6585834"/>
                </a:lnTo>
                <a:lnTo>
                  <a:pt x="10369" y="6632886"/>
                </a:lnTo>
                <a:lnTo>
                  <a:pt x="22912" y="6678203"/>
                </a:lnTo>
                <a:lnTo>
                  <a:pt x="39988" y="6721509"/>
                </a:lnTo>
                <a:lnTo>
                  <a:pt x="61317" y="6762527"/>
                </a:lnTo>
                <a:lnTo>
                  <a:pt x="86620" y="6800981"/>
                </a:lnTo>
                <a:lnTo>
                  <a:pt x="115616" y="6836594"/>
                </a:lnTo>
                <a:lnTo>
                  <a:pt x="148028" y="6869088"/>
                </a:lnTo>
                <a:lnTo>
                  <a:pt x="183574" y="6898189"/>
                </a:lnTo>
                <a:lnTo>
                  <a:pt x="221977" y="6923618"/>
                </a:lnTo>
                <a:lnTo>
                  <a:pt x="262955" y="6945100"/>
                </a:lnTo>
                <a:lnTo>
                  <a:pt x="306230" y="6962357"/>
                </a:lnTo>
                <a:lnTo>
                  <a:pt x="351522" y="6975113"/>
                </a:lnTo>
                <a:lnTo>
                  <a:pt x="398552" y="6983091"/>
                </a:lnTo>
                <a:lnTo>
                  <a:pt x="447039" y="6986015"/>
                </a:lnTo>
                <a:lnTo>
                  <a:pt x="7313295" y="6986015"/>
                </a:lnTo>
                <a:lnTo>
                  <a:pt x="7313295" y="6955497"/>
                </a:lnTo>
                <a:lnTo>
                  <a:pt x="7357440" y="6935611"/>
                </a:lnTo>
                <a:lnTo>
                  <a:pt x="7398913" y="6911136"/>
                </a:lnTo>
                <a:lnTo>
                  <a:pt x="7437392" y="6882401"/>
                </a:lnTo>
                <a:lnTo>
                  <a:pt x="7472553" y="6849737"/>
                </a:lnTo>
                <a:lnTo>
                  <a:pt x="7504074" y="6813475"/>
                </a:lnTo>
                <a:lnTo>
                  <a:pt x="7531631" y="6773945"/>
                </a:lnTo>
                <a:lnTo>
                  <a:pt x="7554901" y="6731478"/>
                </a:lnTo>
                <a:lnTo>
                  <a:pt x="7573563" y="6686405"/>
                </a:lnTo>
                <a:lnTo>
                  <a:pt x="7587292" y="6639055"/>
                </a:lnTo>
                <a:lnTo>
                  <a:pt x="7595767" y="6589759"/>
                </a:lnTo>
                <a:lnTo>
                  <a:pt x="7598664" y="6538849"/>
                </a:lnTo>
                <a:lnTo>
                  <a:pt x="75986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46920" y="2258567"/>
            <a:ext cx="7599045" cy="6986270"/>
          </a:xfrm>
          <a:custGeom>
            <a:avLst/>
            <a:gdLst/>
            <a:ahLst/>
            <a:cxnLst/>
            <a:rect l="l" t="t" r="r" b="b"/>
            <a:pathLst>
              <a:path w="7599044" h="6986270">
                <a:moveTo>
                  <a:pt x="6121653" y="0"/>
                </a:moveTo>
                <a:lnTo>
                  <a:pt x="6503162" y="0"/>
                </a:lnTo>
              </a:path>
              <a:path w="7599044" h="6986270">
                <a:moveTo>
                  <a:pt x="6503162" y="0"/>
                </a:moveTo>
                <a:lnTo>
                  <a:pt x="7598664" y="0"/>
                </a:lnTo>
                <a:lnTo>
                  <a:pt x="7598664" y="6538849"/>
                </a:lnTo>
                <a:lnTo>
                  <a:pt x="7595767" y="6589759"/>
                </a:lnTo>
                <a:lnTo>
                  <a:pt x="7587292" y="6639055"/>
                </a:lnTo>
                <a:lnTo>
                  <a:pt x="7573563" y="6686405"/>
                </a:lnTo>
                <a:lnTo>
                  <a:pt x="7554901" y="6731478"/>
                </a:lnTo>
                <a:lnTo>
                  <a:pt x="7531631" y="6773945"/>
                </a:lnTo>
                <a:lnTo>
                  <a:pt x="7504074" y="6813475"/>
                </a:lnTo>
                <a:lnTo>
                  <a:pt x="7472553" y="6849737"/>
                </a:lnTo>
                <a:lnTo>
                  <a:pt x="7437392" y="6882401"/>
                </a:lnTo>
                <a:lnTo>
                  <a:pt x="7398913" y="6911136"/>
                </a:lnTo>
                <a:lnTo>
                  <a:pt x="7357440" y="6935611"/>
                </a:lnTo>
                <a:lnTo>
                  <a:pt x="7313295" y="6955497"/>
                </a:lnTo>
                <a:lnTo>
                  <a:pt x="7313295" y="6986015"/>
                </a:lnTo>
                <a:lnTo>
                  <a:pt x="447039" y="6986015"/>
                </a:lnTo>
                <a:lnTo>
                  <a:pt x="398552" y="6983091"/>
                </a:lnTo>
                <a:lnTo>
                  <a:pt x="351522" y="6975113"/>
                </a:lnTo>
                <a:lnTo>
                  <a:pt x="306230" y="6962357"/>
                </a:lnTo>
                <a:lnTo>
                  <a:pt x="262955" y="6945100"/>
                </a:lnTo>
                <a:lnTo>
                  <a:pt x="221977" y="6923618"/>
                </a:lnTo>
                <a:lnTo>
                  <a:pt x="183574" y="6898189"/>
                </a:lnTo>
                <a:lnTo>
                  <a:pt x="148028" y="6869088"/>
                </a:lnTo>
                <a:lnTo>
                  <a:pt x="115616" y="6836594"/>
                </a:lnTo>
                <a:lnTo>
                  <a:pt x="86620" y="6800981"/>
                </a:lnTo>
                <a:lnTo>
                  <a:pt x="61317" y="6762527"/>
                </a:lnTo>
                <a:lnTo>
                  <a:pt x="39988" y="6721509"/>
                </a:lnTo>
                <a:lnTo>
                  <a:pt x="22912" y="6678203"/>
                </a:lnTo>
                <a:lnTo>
                  <a:pt x="10369" y="6632886"/>
                </a:lnTo>
                <a:lnTo>
                  <a:pt x="2639" y="6585834"/>
                </a:lnTo>
                <a:lnTo>
                  <a:pt x="0" y="6537325"/>
                </a:lnTo>
                <a:lnTo>
                  <a:pt x="0" y="0"/>
                </a:lnTo>
                <a:lnTo>
                  <a:pt x="6121653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46920" y="1645920"/>
            <a:ext cx="7599045" cy="838200"/>
          </a:xfrm>
          <a:custGeom>
            <a:avLst/>
            <a:gdLst/>
            <a:ahLst/>
            <a:cxnLst/>
            <a:rect l="l" t="t" r="r" b="b"/>
            <a:pathLst>
              <a:path w="7599044" h="838200">
                <a:moveTo>
                  <a:pt x="7151624" y="0"/>
                </a:moveTo>
                <a:lnTo>
                  <a:pt x="443991" y="0"/>
                </a:lnTo>
                <a:lnTo>
                  <a:pt x="395172" y="2616"/>
                </a:lnTo>
                <a:lnTo>
                  <a:pt x="395420" y="2616"/>
                </a:lnTo>
                <a:lnTo>
                  <a:pt x="348143" y="10286"/>
                </a:lnTo>
                <a:lnTo>
                  <a:pt x="348339" y="10286"/>
                </a:lnTo>
                <a:lnTo>
                  <a:pt x="303499" y="22567"/>
                </a:lnTo>
                <a:lnTo>
                  <a:pt x="260442" y="39404"/>
                </a:lnTo>
                <a:lnTo>
                  <a:pt x="219719" y="60451"/>
                </a:lnTo>
                <a:lnTo>
                  <a:pt x="181599" y="85441"/>
                </a:lnTo>
                <a:lnTo>
                  <a:pt x="146352" y="114104"/>
                </a:lnTo>
                <a:lnTo>
                  <a:pt x="114245" y="146173"/>
                </a:lnTo>
                <a:lnTo>
                  <a:pt x="85547" y="181380"/>
                </a:lnTo>
                <a:lnTo>
                  <a:pt x="60527" y="219455"/>
                </a:lnTo>
                <a:lnTo>
                  <a:pt x="39453" y="260132"/>
                </a:lnTo>
                <a:lnTo>
                  <a:pt x="22595" y="303141"/>
                </a:lnTo>
                <a:lnTo>
                  <a:pt x="10221" y="348215"/>
                </a:lnTo>
                <a:lnTo>
                  <a:pt x="2600" y="395085"/>
                </a:lnTo>
                <a:lnTo>
                  <a:pt x="0" y="443483"/>
                </a:lnTo>
                <a:lnTo>
                  <a:pt x="0" y="838200"/>
                </a:lnTo>
                <a:lnTo>
                  <a:pt x="6318503" y="838200"/>
                </a:lnTo>
                <a:lnTo>
                  <a:pt x="7598664" y="446531"/>
                </a:lnTo>
                <a:lnTo>
                  <a:pt x="7596043" y="397829"/>
                </a:lnTo>
                <a:lnTo>
                  <a:pt x="7588364" y="350657"/>
                </a:lnTo>
                <a:lnTo>
                  <a:pt x="7575897" y="305287"/>
                </a:lnTo>
                <a:lnTo>
                  <a:pt x="7558913" y="261990"/>
                </a:lnTo>
                <a:lnTo>
                  <a:pt x="7537685" y="221036"/>
                </a:lnTo>
                <a:lnTo>
                  <a:pt x="7512482" y="182697"/>
                </a:lnTo>
                <a:lnTo>
                  <a:pt x="7483578" y="147243"/>
                </a:lnTo>
                <a:lnTo>
                  <a:pt x="7451242" y="114945"/>
                </a:lnTo>
                <a:lnTo>
                  <a:pt x="7415747" y="86075"/>
                </a:lnTo>
                <a:lnTo>
                  <a:pt x="7377364" y="60903"/>
                </a:lnTo>
                <a:lnTo>
                  <a:pt x="7336364" y="39700"/>
                </a:lnTo>
                <a:lnTo>
                  <a:pt x="7293018" y="22738"/>
                </a:lnTo>
                <a:lnTo>
                  <a:pt x="7247599" y="10286"/>
                </a:lnTo>
                <a:lnTo>
                  <a:pt x="7200377" y="2616"/>
                </a:lnTo>
                <a:lnTo>
                  <a:pt x="7151624" y="0"/>
                </a:lnTo>
                <a:close/>
              </a:path>
              <a:path w="7599044" h="838200">
                <a:moveTo>
                  <a:pt x="7598664" y="446531"/>
                </a:moveTo>
                <a:lnTo>
                  <a:pt x="6318503" y="838200"/>
                </a:lnTo>
                <a:lnTo>
                  <a:pt x="7598664" y="838200"/>
                </a:lnTo>
                <a:lnTo>
                  <a:pt x="7598664" y="446531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483840" y="1914143"/>
            <a:ext cx="1329055" cy="335280"/>
          </a:xfrm>
          <a:custGeom>
            <a:avLst/>
            <a:gdLst/>
            <a:ahLst/>
            <a:cxnLst/>
            <a:rect l="l" t="t" r="r" b="b"/>
            <a:pathLst>
              <a:path w="1329055" h="335280">
                <a:moveTo>
                  <a:pt x="335661" y="0"/>
                </a:moveTo>
                <a:lnTo>
                  <a:pt x="0" y="0"/>
                </a:lnTo>
                <a:lnTo>
                  <a:pt x="0" y="335280"/>
                </a:lnTo>
                <a:lnTo>
                  <a:pt x="335661" y="335280"/>
                </a:lnTo>
                <a:lnTo>
                  <a:pt x="335661" y="0"/>
                </a:lnTo>
                <a:close/>
              </a:path>
              <a:path w="1329055" h="335280">
                <a:moveTo>
                  <a:pt x="831596" y="0"/>
                </a:moveTo>
                <a:lnTo>
                  <a:pt x="495808" y="0"/>
                </a:lnTo>
                <a:lnTo>
                  <a:pt x="495808" y="335280"/>
                </a:lnTo>
                <a:lnTo>
                  <a:pt x="831596" y="335280"/>
                </a:lnTo>
                <a:lnTo>
                  <a:pt x="831596" y="0"/>
                </a:lnTo>
                <a:close/>
              </a:path>
              <a:path w="1329055" h="335280">
                <a:moveTo>
                  <a:pt x="1328928" y="0"/>
                </a:moveTo>
                <a:lnTo>
                  <a:pt x="993267" y="0"/>
                </a:lnTo>
                <a:lnTo>
                  <a:pt x="993267" y="335280"/>
                </a:lnTo>
                <a:lnTo>
                  <a:pt x="1328928" y="335280"/>
                </a:lnTo>
                <a:lnTo>
                  <a:pt x="1328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631680" y="1639823"/>
            <a:ext cx="7627620" cy="7620000"/>
          </a:xfrm>
          <a:custGeom>
            <a:avLst/>
            <a:gdLst/>
            <a:ahLst/>
            <a:cxnLst/>
            <a:rect l="l" t="t" r="r" b="b"/>
            <a:pathLst>
              <a:path w="7627619" h="7620000">
                <a:moveTo>
                  <a:pt x="7220698" y="0"/>
                </a:moveTo>
                <a:lnTo>
                  <a:pt x="415209" y="0"/>
                </a:lnTo>
                <a:lnTo>
                  <a:pt x="369356" y="12700"/>
                </a:lnTo>
                <a:lnTo>
                  <a:pt x="325083" y="12700"/>
                </a:lnTo>
                <a:lnTo>
                  <a:pt x="282624" y="38100"/>
                </a:lnTo>
                <a:lnTo>
                  <a:pt x="242214" y="50800"/>
                </a:lnTo>
                <a:lnTo>
                  <a:pt x="204086" y="76200"/>
                </a:lnTo>
                <a:lnTo>
                  <a:pt x="168477" y="101600"/>
                </a:lnTo>
                <a:lnTo>
                  <a:pt x="135620" y="127000"/>
                </a:lnTo>
                <a:lnTo>
                  <a:pt x="105749" y="165100"/>
                </a:lnTo>
                <a:lnTo>
                  <a:pt x="79101" y="203200"/>
                </a:lnTo>
                <a:lnTo>
                  <a:pt x="55908" y="241300"/>
                </a:lnTo>
                <a:lnTo>
                  <a:pt x="36407" y="279400"/>
                </a:lnTo>
                <a:lnTo>
                  <a:pt x="20831" y="317500"/>
                </a:lnTo>
                <a:lnTo>
                  <a:pt x="9414" y="368300"/>
                </a:lnTo>
                <a:lnTo>
                  <a:pt x="2392" y="406400"/>
                </a:lnTo>
                <a:lnTo>
                  <a:pt x="0" y="457200"/>
                </a:lnTo>
                <a:lnTo>
                  <a:pt x="0" y="7162800"/>
                </a:lnTo>
                <a:lnTo>
                  <a:pt x="2392" y="7213600"/>
                </a:lnTo>
                <a:lnTo>
                  <a:pt x="9414" y="7251700"/>
                </a:lnTo>
                <a:lnTo>
                  <a:pt x="20831" y="7302500"/>
                </a:lnTo>
                <a:lnTo>
                  <a:pt x="36407" y="7340600"/>
                </a:lnTo>
                <a:lnTo>
                  <a:pt x="55908" y="7378700"/>
                </a:lnTo>
                <a:lnTo>
                  <a:pt x="79101" y="7416800"/>
                </a:lnTo>
                <a:lnTo>
                  <a:pt x="105749" y="7454900"/>
                </a:lnTo>
                <a:lnTo>
                  <a:pt x="135620" y="7493000"/>
                </a:lnTo>
                <a:lnTo>
                  <a:pt x="168477" y="7518400"/>
                </a:lnTo>
                <a:lnTo>
                  <a:pt x="204086" y="7543800"/>
                </a:lnTo>
                <a:lnTo>
                  <a:pt x="242214" y="7569200"/>
                </a:lnTo>
                <a:lnTo>
                  <a:pt x="282624" y="7594600"/>
                </a:lnTo>
                <a:lnTo>
                  <a:pt x="325083" y="7607300"/>
                </a:lnTo>
                <a:lnTo>
                  <a:pt x="369356" y="7620000"/>
                </a:lnTo>
                <a:lnTo>
                  <a:pt x="7250874" y="7620000"/>
                </a:lnTo>
                <a:lnTo>
                  <a:pt x="7333107" y="7594600"/>
                </a:lnTo>
                <a:lnTo>
                  <a:pt x="415417" y="7594600"/>
                </a:lnTo>
                <a:lnTo>
                  <a:pt x="369875" y="7581900"/>
                </a:lnTo>
                <a:lnTo>
                  <a:pt x="326046" y="7569200"/>
                </a:lnTo>
                <a:lnTo>
                  <a:pt x="284197" y="7556500"/>
                </a:lnTo>
                <a:lnTo>
                  <a:pt x="244592" y="7531100"/>
                </a:lnTo>
                <a:lnTo>
                  <a:pt x="207498" y="7505700"/>
                </a:lnTo>
                <a:lnTo>
                  <a:pt x="173181" y="7480300"/>
                </a:lnTo>
                <a:lnTo>
                  <a:pt x="141905" y="7454900"/>
                </a:lnTo>
                <a:lnTo>
                  <a:pt x="113938" y="7416800"/>
                </a:lnTo>
                <a:lnTo>
                  <a:pt x="89544" y="7378700"/>
                </a:lnTo>
                <a:lnTo>
                  <a:pt x="68989" y="7340600"/>
                </a:lnTo>
                <a:lnTo>
                  <a:pt x="52540" y="7302500"/>
                </a:lnTo>
                <a:lnTo>
                  <a:pt x="40461" y="7251700"/>
                </a:lnTo>
                <a:lnTo>
                  <a:pt x="33019" y="7213600"/>
                </a:lnTo>
                <a:lnTo>
                  <a:pt x="30479" y="7162800"/>
                </a:lnTo>
                <a:lnTo>
                  <a:pt x="30479" y="863600"/>
                </a:lnTo>
                <a:lnTo>
                  <a:pt x="7627620" y="863600"/>
                </a:lnTo>
                <a:lnTo>
                  <a:pt x="7627620" y="838200"/>
                </a:lnTo>
                <a:lnTo>
                  <a:pt x="32003" y="838200"/>
                </a:lnTo>
                <a:lnTo>
                  <a:pt x="32003" y="457200"/>
                </a:lnTo>
                <a:lnTo>
                  <a:pt x="34543" y="406400"/>
                </a:lnTo>
                <a:lnTo>
                  <a:pt x="41985" y="368300"/>
                </a:lnTo>
                <a:lnTo>
                  <a:pt x="54064" y="317500"/>
                </a:lnTo>
                <a:lnTo>
                  <a:pt x="70513" y="279400"/>
                </a:lnTo>
                <a:lnTo>
                  <a:pt x="91068" y="241300"/>
                </a:lnTo>
                <a:lnTo>
                  <a:pt x="115462" y="203200"/>
                </a:lnTo>
                <a:lnTo>
                  <a:pt x="143429" y="165100"/>
                </a:lnTo>
                <a:lnTo>
                  <a:pt x="174705" y="139700"/>
                </a:lnTo>
                <a:lnTo>
                  <a:pt x="209022" y="114300"/>
                </a:lnTo>
                <a:lnTo>
                  <a:pt x="246116" y="88900"/>
                </a:lnTo>
                <a:lnTo>
                  <a:pt x="285721" y="63500"/>
                </a:lnTo>
                <a:lnTo>
                  <a:pt x="327570" y="50800"/>
                </a:lnTo>
                <a:lnTo>
                  <a:pt x="371399" y="38100"/>
                </a:lnTo>
                <a:lnTo>
                  <a:pt x="416941" y="25400"/>
                </a:lnTo>
                <a:lnTo>
                  <a:pt x="7321309" y="25400"/>
                </a:lnTo>
                <a:lnTo>
                  <a:pt x="7220698" y="0"/>
                </a:lnTo>
                <a:close/>
              </a:path>
              <a:path w="7627619" h="7620000">
                <a:moveTo>
                  <a:pt x="7627620" y="863600"/>
                </a:moveTo>
                <a:lnTo>
                  <a:pt x="7597139" y="863600"/>
                </a:lnTo>
                <a:lnTo>
                  <a:pt x="7597139" y="7162800"/>
                </a:lnTo>
                <a:lnTo>
                  <a:pt x="7598664" y="7162800"/>
                </a:lnTo>
                <a:lnTo>
                  <a:pt x="7595565" y="7213600"/>
                </a:lnTo>
                <a:lnTo>
                  <a:pt x="7587275" y="7264400"/>
                </a:lnTo>
                <a:lnTo>
                  <a:pt x="7574058" y="7302500"/>
                </a:lnTo>
                <a:lnTo>
                  <a:pt x="7556175" y="7353300"/>
                </a:lnTo>
                <a:lnTo>
                  <a:pt x="7533889" y="7391400"/>
                </a:lnTo>
                <a:lnTo>
                  <a:pt x="7507464" y="7429500"/>
                </a:lnTo>
                <a:lnTo>
                  <a:pt x="7477162" y="7467600"/>
                </a:lnTo>
                <a:lnTo>
                  <a:pt x="7443245" y="7493000"/>
                </a:lnTo>
                <a:lnTo>
                  <a:pt x="7405977" y="7518400"/>
                </a:lnTo>
                <a:lnTo>
                  <a:pt x="7365621" y="7543800"/>
                </a:lnTo>
                <a:lnTo>
                  <a:pt x="7322439" y="7569200"/>
                </a:lnTo>
                <a:lnTo>
                  <a:pt x="7285430" y="7581900"/>
                </a:lnTo>
                <a:lnTo>
                  <a:pt x="7247445" y="7581900"/>
                </a:lnTo>
                <a:lnTo>
                  <a:pt x="7208031" y="7594600"/>
                </a:lnTo>
                <a:lnTo>
                  <a:pt x="7333107" y="7594600"/>
                </a:lnTo>
                <a:lnTo>
                  <a:pt x="7375771" y="7569200"/>
                </a:lnTo>
                <a:lnTo>
                  <a:pt x="7415865" y="7556500"/>
                </a:lnTo>
                <a:lnTo>
                  <a:pt x="7453169" y="7518400"/>
                </a:lnTo>
                <a:lnTo>
                  <a:pt x="7487468" y="7493000"/>
                </a:lnTo>
                <a:lnTo>
                  <a:pt x="7518544" y="7454900"/>
                </a:lnTo>
                <a:lnTo>
                  <a:pt x="7546181" y="7429500"/>
                </a:lnTo>
                <a:lnTo>
                  <a:pt x="7570161" y="7391400"/>
                </a:lnTo>
                <a:lnTo>
                  <a:pt x="7590267" y="7340600"/>
                </a:lnTo>
                <a:lnTo>
                  <a:pt x="7606283" y="7302500"/>
                </a:lnTo>
                <a:lnTo>
                  <a:pt x="7617992" y="7251700"/>
                </a:lnTo>
                <a:lnTo>
                  <a:pt x="7625177" y="7213600"/>
                </a:lnTo>
                <a:lnTo>
                  <a:pt x="7627620" y="7162800"/>
                </a:lnTo>
                <a:lnTo>
                  <a:pt x="7627620" y="863600"/>
                </a:lnTo>
                <a:close/>
              </a:path>
              <a:path w="7627619" h="7620000">
                <a:moveTo>
                  <a:pt x="7321309" y="25400"/>
                </a:moveTo>
                <a:lnTo>
                  <a:pt x="7215250" y="25400"/>
                </a:lnTo>
                <a:lnTo>
                  <a:pt x="7260792" y="38100"/>
                </a:lnTo>
                <a:lnTo>
                  <a:pt x="7304621" y="50800"/>
                </a:lnTo>
                <a:lnTo>
                  <a:pt x="7346470" y="63500"/>
                </a:lnTo>
                <a:lnTo>
                  <a:pt x="7386075" y="88900"/>
                </a:lnTo>
                <a:lnTo>
                  <a:pt x="7423169" y="114300"/>
                </a:lnTo>
                <a:lnTo>
                  <a:pt x="7457486" y="139700"/>
                </a:lnTo>
                <a:lnTo>
                  <a:pt x="7488762" y="165100"/>
                </a:lnTo>
                <a:lnTo>
                  <a:pt x="7516729" y="203200"/>
                </a:lnTo>
                <a:lnTo>
                  <a:pt x="7541123" y="241300"/>
                </a:lnTo>
                <a:lnTo>
                  <a:pt x="7561678" y="279400"/>
                </a:lnTo>
                <a:lnTo>
                  <a:pt x="7578127" y="317500"/>
                </a:lnTo>
                <a:lnTo>
                  <a:pt x="7590206" y="368300"/>
                </a:lnTo>
                <a:lnTo>
                  <a:pt x="7597648" y="406400"/>
                </a:lnTo>
                <a:lnTo>
                  <a:pt x="7600187" y="457200"/>
                </a:lnTo>
                <a:lnTo>
                  <a:pt x="7600187" y="838200"/>
                </a:lnTo>
                <a:lnTo>
                  <a:pt x="7627620" y="838200"/>
                </a:lnTo>
                <a:lnTo>
                  <a:pt x="7627620" y="457200"/>
                </a:lnTo>
                <a:lnTo>
                  <a:pt x="7625306" y="406400"/>
                </a:lnTo>
                <a:lnTo>
                  <a:pt x="7617171" y="355600"/>
                </a:lnTo>
                <a:lnTo>
                  <a:pt x="7603377" y="304800"/>
                </a:lnTo>
                <a:lnTo>
                  <a:pt x="7584088" y="254000"/>
                </a:lnTo>
                <a:lnTo>
                  <a:pt x="7559471" y="215900"/>
                </a:lnTo>
                <a:lnTo>
                  <a:pt x="7529688" y="177800"/>
                </a:lnTo>
                <a:lnTo>
                  <a:pt x="7494905" y="127000"/>
                </a:lnTo>
                <a:lnTo>
                  <a:pt x="7455903" y="101600"/>
                </a:lnTo>
                <a:lnTo>
                  <a:pt x="7413719" y="63500"/>
                </a:lnTo>
                <a:lnTo>
                  <a:pt x="7368728" y="38100"/>
                </a:lnTo>
                <a:lnTo>
                  <a:pt x="7321309" y="25400"/>
                </a:lnTo>
                <a:close/>
              </a:path>
              <a:path w="7627619" h="7620000">
                <a:moveTo>
                  <a:pt x="6200648" y="266700"/>
                </a:moveTo>
                <a:lnTo>
                  <a:pt x="5837428" y="266700"/>
                </a:lnTo>
                <a:lnTo>
                  <a:pt x="5837428" y="622300"/>
                </a:lnTo>
                <a:lnTo>
                  <a:pt x="5845048" y="635000"/>
                </a:lnTo>
                <a:lnTo>
                  <a:pt x="6197600" y="635000"/>
                </a:lnTo>
                <a:lnTo>
                  <a:pt x="6203696" y="622300"/>
                </a:lnTo>
                <a:lnTo>
                  <a:pt x="6203696" y="596900"/>
                </a:lnTo>
                <a:lnTo>
                  <a:pt x="5869558" y="596900"/>
                </a:lnTo>
                <a:lnTo>
                  <a:pt x="5869558" y="292100"/>
                </a:lnTo>
                <a:lnTo>
                  <a:pt x="6203696" y="292100"/>
                </a:lnTo>
                <a:lnTo>
                  <a:pt x="6203696" y="279400"/>
                </a:lnTo>
                <a:lnTo>
                  <a:pt x="6200648" y="266700"/>
                </a:lnTo>
                <a:close/>
              </a:path>
              <a:path w="7627619" h="7620000">
                <a:moveTo>
                  <a:pt x="6698233" y="266700"/>
                </a:moveTo>
                <a:lnTo>
                  <a:pt x="6335014" y="266700"/>
                </a:lnTo>
                <a:lnTo>
                  <a:pt x="6335014" y="622300"/>
                </a:lnTo>
                <a:lnTo>
                  <a:pt x="6342633" y="635000"/>
                </a:lnTo>
                <a:lnTo>
                  <a:pt x="6695185" y="635000"/>
                </a:lnTo>
                <a:lnTo>
                  <a:pt x="6701282" y="622300"/>
                </a:lnTo>
                <a:lnTo>
                  <a:pt x="6701282" y="596900"/>
                </a:lnTo>
                <a:lnTo>
                  <a:pt x="6367018" y="596900"/>
                </a:lnTo>
                <a:lnTo>
                  <a:pt x="6367018" y="292100"/>
                </a:lnTo>
                <a:lnTo>
                  <a:pt x="6701282" y="292100"/>
                </a:lnTo>
                <a:lnTo>
                  <a:pt x="6701282" y="279400"/>
                </a:lnTo>
                <a:lnTo>
                  <a:pt x="6698233" y="266700"/>
                </a:lnTo>
                <a:close/>
              </a:path>
              <a:path w="7627619" h="7620000">
                <a:moveTo>
                  <a:pt x="7194168" y="266700"/>
                </a:moveTo>
                <a:lnTo>
                  <a:pt x="6830949" y="266700"/>
                </a:lnTo>
                <a:lnTo>
                  <a:pt x="6830949" y="622300"/>
                </a:lnTo>
                <a:lnTo>
                  <a:pt x="6838568" y="635000"/>
                </a:lnTo>
                <a:lnTo>
                  <a:pt x="7191121" y="635000"/>
                </a:lnTo>
                <a:lnTo>
                  <a:pt x="7197216" y="622300"/>
                </a:lnTo>
                <a:lnTo>
                  <a:pt x="7197216" y="596900"/>
                </a:lnTo>
                <a:lnTo>
                  <a:pt x="6863080" y="596900"/>
                </a:lnTo>
                <a:lnTo>
                  <a:pt x="6863080" y="292100"/>
                </a:lnTo>
                <a:lnTo>
                  <a:pt x="7197216" y="292100"/>
                </a:lnTo>
                <a:lnTo>
                  <a:pt x="7197216" y="279400"/>
                </a:lnTo>
                <a:lnTo>
                  <a:pt x="7194168" y="266700"/>
                </a:lnTo>
                <a:close/>
              </a:path>
              <a:path w="7627619" h="7620000">
                <a:moveTo>
                  <a:pt x="6203696" y="292100"/>
                </a:moveTo>
                <a:lnTo>
                  <a:pt x="6173216" y="292100"/>
                </a:lnTo>
                <a:lnTo>
                  <a:pt x="6173216" y="596900"/>
                </a:lnTo>
                <a:lnTo>
                  <a:pt x="6203696" y="596900"/>
                </a:lnTo>
                <a:lnTo>
                  <a:pt x="6203696" y="292100"/>
                </a:lnTo>
                <a:close/>
              </a:path>
              <a:path w="7627619" h="7620000">
                <a:moveTo>
                  <a:pt x="6701282" y="292100"/>
                </a:moveTo>
                <a:lnTo>
                  <a:pt x="6670675" y="292100"/>
                </a:lnTo>
                <a:lnTo>
                  <a:pt x="6670675" y="596900"/>
                </a:lnTo>
                <a:lnTo>
                  <a:pt x="6701282" y="596900"/>
                </a:lnTo>
                <a:lnTo>
                  <a:pt x="6701282" y="292100"/>
                </a:lnTo>
                <a:close/>
              </a:path>
              <a:path w="7627619" h="7620000">
                <a:moveTo>
                  <a:pt x="7197216" y="292100"/>
                </a:moveTo>
                <a:lnTo>
                  <a:pt x="7166737" y="292100"/>
                </a:lnTo>
                <a:lnTo>
                  <a:pt x="7166737" y="596900"/>
                </a:lnTo>
                <a:lnTo>
                  <a:pt x="7197216" y="596900"/>
                </a:lnTo>
                <a:lnTo>
                  <a:pt x="7197216" y="292100"/>
                </a:lnTo>
                <a:close/>
              </a:path>
              <a:path w="7627619" h="7620000">
                <a:moveTo>
                  <a:pt x="6138164" y="520700"/>
                </a:moveTo>
                <a:lnTo>
                  <a:pt x="5901562" y="520700"/>
                </a:lnTo>
                <a:lnTo>
                  <a:pt x="5901562" y="546100"/>
                </a:lnTo>
                <a:lnTo>
                  <a:pt x="6130416" y="546100"/>
                </a:lnTo>
                <a:lnTo>
                  <a:pt x="6138164" y="533400"/>
                </a:lnTo>
                <a:lnTo>
                  <a:pt x="6138164" y="520700"/>
                </a:lnTo>
                <a:close/>
              </a:path>
              <a:path w="7627619" h="7620000">
                <a:moveTo>
                  <a:pt x="6624955" y="355600"/>
                </a:moveTo>
                <a:lnTo>
                  <a:pt x="6409816" y="355600"/>
                </a:lnTo>
                <a:lnTo>
                  <a:pt x="6409816" y="546100"/>
                </a:lnTo>
                <a:lnTo>
                  <a:pt x="6624955" y="546100"/>
                </a:lnTo>
                <a:lnTo>
                  <a:pt x="6624955" y="520700"/>
                </a:lnTo>
                <a:lnTo>
                  <a:pt x="6441821" y="520700"/>
                </a:lnTo>
                <a:lnTo>
                  <a:pt x="6441821" y="419100"/>
                </a:lnTo>
                <a:lnTo>
                  <a:pt x="6624955" y="419100"/>
                </a:lnTo>
                <a:lnTo>
                  <a:pt x="6624955" y="355600"/>
                </a:lnTo>
                <a:close/>
              </a:path>
              <a:path w="7627619" h="7620000">
                <a:moveTo>
                  <a:pt x="6940804" y="355600"/>
                </a:moveTo>
                <a:lnTo>
                  <a:pt x="6916039" y="355600"/>
                </a:lnTo>
                <a:lnTo>
                  <a:pt x="6914896" y="368300"/>
                </a:lnTo>
                <a:lnTo>
                  <a:pt x="6916039" y="368300"/>
                </a:lnTo>
                <a:lnTo>
                  <a:pt x="6919468" y="381000"/>
                </a:lnTo>
                <a:lnTo>
                  <a:pt x="6992747" y="444500"/>
                </a:lnTo>
                <a:lnTo>
                  <a:pt x="6919468" y="520700"/>
                </a:lnTo>
                <a:lnTo>
                  <a:pt x="6914896" y="533400"/>
                </a:lnTo>
                <a:lnTo>
                  <a:pt x="6920991" y="546100"/>
                </a:lnTo>
                <a:lnTo>
                  <a:pt x="6937756" y="546100"/>
                </a:lnTo>
                <a:lnTo>
                  <a:pt x="7015607" y="469900"/>
                </a:lnTo>
                <a:lnTo>
                  <a:pt x="7059845" y="469900"/>
                </a:lnTo>
                <a:lnTo>
                  <a:pt x="7035418" y="444500"/>
                </a:lnTo>
                <a:lnTo>
                  <a:pt x="7050074" y="431800"/>
                </a:lnTo>
                <a:lnTo>
                  <a:pt x="7014083" y="431800"/>
                </a:lnTo>
                <a:lnTo>
                  <a:pt x="6940804" y="355600"/>
                </a:lnTo>
                <a:close/>
              </a:path>
              <a:path w="7627619" h="7620000">
                <a:moveTo>
                  <a:pt x="7059845" y="469900"/>
                </a:moveTo>
                <a:lnTo>
                  <a:pt x="7015607" y="469900"/>
                </a:lnTo>
                <a:lnTo>
                  <a:pt x="7088885" y="546100"/>
                </a:lnTo>
                <a:lnTo>
                  <a:pt x="7112127" y="546100"/>
                </a:lnTo>
                <a:lnTo>
                  <a:pt x="7113270" y="533400"/>
                </a:lnTo>
                <a:lnTo>
                  <a:pt x="7112127" y="533400"/>
                </a:lnTo>
                <a:lnTo>
                  <a:pt x="7108698" y="520700"/>
                </a:lnTo>
                <a:lnTo>
                  <a:pt x="7059845" y="469900"/>
                </a:lnTo>
                <a:close/>
              </a:path>
              <a:path w="7627619" h="7620000">
                <a:moveTo>
                  <a:pt x="6624955" y="419100"/>
                </a:moveTo>
                <a:lnTo>
                  <a:pt x="6595999" y="419100"/>
                </a:lnTo>
                <a:lnTo>
                  <a:pt x="6595999" y="520700"/>
                </a:lnTo>
                <a:lnTo>
                  <a:pt x="6624955" y="520700"/>
                </a:lnTo>
                <a:lnTo>
                  <a:pt x="6624955" y="419100"/>
                </a:lnTo>
                <a:close/>
              </a:path>
              <a:path w="7627619" h="7620000">
                <a:moveTo>
                  <a:pt x="7112127" y="355600"/>
                </a:moveTo>
                <a:lnTo>
                  <a:pt x="7090410" y="355600"/>
                </a:lnTo>
                <a:lnTo>
                  <a:pt x="7014083" y="431800"/>
                </a:lnTo>
                <a:lnTo>
                  <a:pt x="7050074" y="431800"/>
                </a:lnTo>
                <a:lnTo>
                  <a:pt x="7108698" y="381000"/>
                </a:lnTo>
                <a:lnTo>
                  <a:pt x="7112127" y="368300"/>
                </a:lnTo>
                <a:lnTo>
                  <a:pt x="7113270" y="368300"/>
                </a:lnTo>
                <a:lnTo>
                  <a:pt x="7112127" y="35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54608" y="3194304"/>
            <a:ext cx="7933055" cy="3850004"/>
          </a:xfrm>
          <a:custGeom>
            <a:avLst/>
            <a:gdLst/>
            <a:ahLst/>
            <a:cxnLst/>
            <a:rect l="l" t="t" r="r" b="b"/>
            <a:pathLst>
              <a:path w="7933055" h="3850004">
                <a:moveTo>
                  <a:pt x="7856855" y="0"/>
                </a:moveTo>
                <a:lnTo>
                  <a:pt x="76034" y="0"/>
                </a:lnTo>
                <a:lnTo>
                  <a:pt x="46575" y="6028"/>
                </a:lnTo>
                <a:lnTo>
                  <a:pt x="22391" y="22415"/>
                </a:lnTo>
                <a:lnTo>
                  <a:pt x="6020" y="46612"/>
                </a:lnTo>
                <a:lnTo>
                  <a:pt x="0" y="76073"/>
                </a:lnTo>
                <a:lnTo>
                  <a:pt x="0" y="3773551"/>
                </a:lnTo>
                <a:lnTo>
                  <a:pt x="6020" y="3803011"/>
                </a:lnTo>
                <a:lnTo>
                  <a:pt x="22391" y="3827208"/>
                </a:lnTo>
                <a:lnTo>
                  <a:pt x="46575" y="3843595"/>
                </a:lnTo>
                <a:lnTo>
                  <a:pt x="76034" y="3849624"/>
                </a:lnTo>
                <a:lnTo>
                  <a:pt x="7857871" y="3849624"/>
                </a:lnTo>
                <a:lnTo>
                  <a:pt x="7887315" y="3843579"/>
                </a:lnTo>
                <a:lnTo>
                  <a:pt x="7911401" y="3827081"/>
                </a:lnTo>
                <a:lnTo>
                  <a:pt x="7927486" y="3802582"/>
                </a:lnTo>
                <a:lnTo>
                  <a:pt x="7932928" y="3772535"/>
                </a:lnTo>
                <a:lnTo>
                  <a:pt x="7932928" y="76073"/>
                </a:lnTo>
                <a:lnTo>
                  <a:pt x="7926899" y="46612"/>
                </a:lnTo>
                <a:lnTo>
                  <a:pt x="7910512" y="22415"/>
                </a:lnTo>
                <a:lnTo>
                  <a:pt x="7886315" y="6028"/>
                </a:lnTo>
                <a:lnTo>
                  <a:pt x="78568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0224" y="3169920"/>
            <a:ext cx="7985759" cy="3901440"/>
          </a:xfrm>
          <a:custGeom>
            <a:avLst/>
            <a:gdLst/>
            <a:ahLst/>
            <a:cxnLst/>
            <a:rect l="l" t="t" r="r" b="b"/>
            <a:pathLst>
              <a:path w="7985759" h="3901440">
                <a:moveTo>
                  <a:pt x="7883652" y="0"/>
                </a:moveTo>
                <a:lnTo>
                  <a:pt x="102069" y="0"/>
                </a:lnTo>
                <a:lnTo>
                  <a:pt x="62397" y="8042"/>
                </a:lnTo>
                <a:lnTo>
                  <a:pt x="29946" y="29956"/>
                </a:lnTo>
                <a:lnTo>
                  <a:pt x="8040" y="62418"/>
                </a:lnTo>
                <a:lnTo>
                  <a:pt x="0" y="102107"/>
                </a:lnTo>
                <a:lnTo>
                  <a:pt x="0" y="3799331"/>
                </a:lnTo>
                <a:lnTo>
                  <a:pt x="8040" y="3839021"/>
                </a:lnTo>
                <a:lnTo>
                  <a:pt x="29946" y="3871483"/>
                </a:lnTo>
                <a:lnTo>
                  <a:pt x="62397" y="3893397"/>
                </a:lnTo>
                <a:lnTo>
                  <a:pt x="102069" y="3901440"/>
                </a:lnTo>
                <a:lnTo>
                  <a:pt x="7883652" y="3901440"/>
                </a:lnTo>
                <a:lnTo>
                  <a:pt x="7923341" y="3893397"/>
                </a:lnTo>
                <a:lnTo>
                  <a:pt x="7955803" y="3871483"/>
                </a:lnTo>
                <a:lnTo>
                  <a:pt x="7968588" y="3852544"/>
                </a:lnTo>
                <a:lnTo>
                  <a:pt x="102069" y="3852544"/>
                </a:lnTo>
                <a:lnTo>
                  <a:pt x="81469" y="3848338"/>
                </a:lnTo>
                <a:lnTo>
                  <a:pt x="64579" y="3836892"/>
                </a:lnTo>
                <a:lnTo>
                  <a:pt x="53156" y="3819969"/>
                </a:lnTo>
                <a:lnTo>
                  <a:pt x="48958" y="3799331"/>
                </a:lnTo>
                <a:lnTo>
                  <a:pt x="48958" y="102107"/>
                </a:lnTo>
                <a:lnTo>
                  <a:pt x="53156" y="81470"/>
                </a:lnTo>
                <a:lnTo>
                  <a:pt x="64579" y="64547"/>
                </a:lnTo>
                <a:lnTo>
                  <a:pt x="81469" y="53101"/>
                </a:lnTo>
                <a:lnTo>
                  <a:pt x="102069" y="48895"/>
                </a:lnTo>
                <a:lnTo>
                  <a:pt x="7968588" y="48895"/>
                </a:lnTo>
                <a:lnTo>
                  <a:pt x="7955803" y="29956"/>
                </a:lnTo>
                <a:lnTo>
                  <a:pt x="7923341" y="8042"/>
                </a:lnTo>
                <a:lnTo>
                  <a:pt x="7883652" y="0"/>
                </a:lnTo>
                <a:close/>
              </a:path>
              <a:path w="7985759" h="3901440">
                <a:moveTo>
                  <a:pt x="7968588" y="48895"/>
                </a:moveTo>
                <a:lnTo>
                  <a:pt x="7883652" y="48895"/>
                </a:lnTo>
                <a:lnTo>
                  <a:pt x="7904289" y="53101"/>
                </a:lnTo>
                <a:lnTo>
                  <a:pt x="7921212" y="64547"/>
                </a:lnTo>
                <a:lnTo>
                  <a:pt x="7932658" y="81470"/>
                </a:lnTo>
                <a:lnTo>
                  <a:pt x="7936865" y="102107"/>
                </a:lnTo>
                <a:lnTo>
                  <a:pt x="7936865" y="3799331"/>
                </a:lnTo>
                <a:lnTo>
                  <a:pt x="7932658" y="3819969"/>
                </a:lnTo>
                <a:lnTo>
                  <a:pt x="7921212" y="3836892"/>
                </a:lnTo>
                <a:lnTo>
                  <a:pt x="7904289" y="3848338"/>
                </a:lnTo>
                <a:lnTo>
                  <a:pt x="7883652" y="3852544"/>
                </a:lnTo>
                <a:lnTo>
                  <a:pt x="7968588" y="3852544"/>
                </a:lnTo>
                <a:lnTo>
                  <a:pt x="7977717" y="3839021"/>
                </a:lnTo>
                <a:lnTo>
                  <a:pt x="7985759" y="3799331"/>
                </a:lnTo>
                <a:lnTo>
                  <a:pt x="7985759" y="102107"/>
                </a:lnTo>
                <a:lnTo>
                  <a:pt x="7977717" y="62418"/>
                </a:lnTo>
                <a:lnTo>
                  <a:pt x="7968588" y="4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338072" y="3520440"/>
            <a:ext cx="7933055" cy="3850004"/>
          </a:xfrm>
          <a:custGeom>
            <a:avLst/>
            <a:gdLst/>
            <a:ahLst/>
            <a:cxnLst/>
            <a:rect l="l" t="t" r="r" b="b"/>
            <a:pathLst>
              <a:path w="7933055" h="3850004">
                <a:moveTo>
                  <a:pt x="7856855" y="0"/>
                </a:moveTo>
                <a:lnTo>
                  <a:pt x="76072" y="0"/>
                </a:lnTo>
                <a:lnTo>
                  <a:pt x="46612" y="6028"/>
                </a:lnTo>
                <a:lnTo>
                  <a:pt x="22415" y="22415"/>
                </a:lnTo>
                <a:lnTo>
                  <a:pt x="6028" y="46612"/>
                </a:lnTo>
                <a:lnTo>
                  <a:pt x="0" y="76073"/>
                </a:lnTo>
                <a:lnTo>
                  <a:pt x="0" y="3773551"/>
                </a:lnTo>
                <a:lnTo>
                  <a:pt x="6028" y="3803011"/>
                </a:lnTo>
                <a:lnTo>
                  <a:pt x="22415" y="3827208"/>
                </a:lnTo>
                <a:lnTo>
                  <a:pt x="46612" y="3843595"/>
                </a:lnTo>
                <a:lnTo>
                  <a:pt x="76072" y="3849623"/>
                </a:lnTo>
                <a:lnTo>
                  <a:pt x="7857871" y="3849623"/>
                </a:lnTo>
                <a:lnTo>
                  <a:pt x="7887315" y="3843579"/>
                </a:lnTo>
                <a:lnTo>
                  <a:pt x="7911401" y="3827081"/>
                </a:lnTo>
                <a:lnTo>
                  <a:pt x="7927486" y="3802582"/>
                </a:lnTo>
                <a:lnTo>
                  <a:pt x="7932928" y="3772534"/>
                </a:lnTo>
                <a:lnTo>
                  <a:pt x="7932928" y="76073"/>
                </a:lnTo>
                <a:lnTo>
                  <a:pt x="7926899" y="46612"/>
                </a:lnTo>
                <a:lnTo>
                  <a:pt x="7910512" y="22415"/>
                </a:lnTo>
                <a:lnTo>
                  <a:pt x="7886315" y="6028"/>
                </a:lnTo>
                <a:lnTo>
                  <a:pt x="78568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310640" y="3493008"/>
            <a:ext cx="7985759" cy="3901440"/>
          </a:xfrm>
          <a:custGeom>
            <a:avLst/>
            <a:gdLst/>
            <a:ahLst/>
            <a:cxnLst/>
            <a:rect l="l" t="t" r="r" b="b"/>
            <a:pathLst>
              <a:path w="7985759" h="3901440">
                <a:moveTo>
                  <a:pt x="7883652" y="0"/>
                </a:moveTo>
                <a:lnTo>
                  <a:pt x="102107" y="0"/>
                </a:lnTo>
                <a:lnTo>
                  <a:pt x="62418" y="8042"/>
                </a:lnTo>
                <a:lnTo>
                  <a:pt x="29956" y="29956"/>
                </a:lnTo>
                <a:lnTo>
                  <a:pt x="8042" y="62418"/>
                </a:lnTo>
                <a:lnTo>
                  <a:pt x="0" y="102108"/>
                </a:lnTo>
                <a:lnTo>
                  <a:pt x="0" y="3799332"/>
                </a:lnTo>
                <a:lnTo>
                  <a:pt x="8042" y="3839021"/>
                </a:lnTo>
                <a:lnTo>
                  <a:pt x="29956" y="3871483"/>
                </a:lnTo>
                <a:lnTo>
                  <a:pt x="62418" y="3893397"/>
                </a:lnTo>
                <a:lnTo>
                  <a:pt x="102107" y="3901440"/>
                </a:lnTo>
                <a:lnTo>
                  <a:pt x="7883652" y="3901440"/>
                </a:lnTo>
                <a:lnTo>
                  <a:pt x="7923341" y="3893397"/>
                </a:lnTo>
                <a:lnTo>
                  <a:pt x="7955803" y="3871483"/>
                </a:lnTo>
                <a:lnTo>
                  <a:pt x="7968588" y="3852545"/>
                </a:lnTo>
                <a:lnTo>
                  <a:pt x="102107" y="3852545"/>
                </a:lnTo>
                <a:lnTo>
                  <a:pt x="81470" y="3848338"/>
                </a:lnTo>
                <a:lnTo>
                  <a:pt x="64547" y="3836892"/>
                </a:lnTo>
                <a:lnTo>
                  <a:pt x="53101" y="3819969"/>
                </a:lnTo>
                <a:lnTo>
                  <a:pt x="48894" y="3799332"/>
                </a:lnTo>
                <a:lnTo>
                  <a:pt x="48894" y="102108"/>
                </a:lnTo>
                <a:lnTo>
                  <a:pt x="53101" y="81470"/>
                </a:lnTo>
                <a:lnTo>
                  <a:pt x="64547" y="64547"/>
                </a:lnTo>
                <a:lnTo>
                  <a:pt x="81470" y="53101"/>
                </a:lnTo>
                <a:lnTo>
                  <a:pt x="102107" y="48895"/>
                </a:lnTo>
                <a:lnTo>
                  <a:pt x="7968588" y="48895"/>
                </a:lnTo>
                <a:lnTo>
                  <a:pt x="7955803" y="29956"/>
                </a:lnTo>
                <a:lnTo>
                  <a:pt x="7923341" y="8042"/>
                </a:lnTo>
                <a:lnTo>
                  <a:pt x="7883652" y="0"/>
                </a:lnTo>
                <a:close/>
              </a:path>
              <a:path w="7985759" h="3901440">
                <a:moveTo>
                  <a:pt x="7968588" y="48895"/>
                </a:moveTo>
                <a:lnTo>
                  <a:pt x="7883652" y="48895"/>
                </a:lnTo>
                <a:lnTo>
                  <a:pt x="7904289" y="53101"/>
                </a:lnTo>
                <a:lnTo>
                  <a:pt x="7921212" y="64547"/>
                </a:lnTo>
                <a:lnTo>
                  <a:pt x="7932658" y="81470"/>
                </a:lnTo>
                <a:lnTo>
                  <a:pt x="7936864" y="102108"/>
                </a:lnTo>
                <a:lnTo>
                  <a:pt x="7936864" y="3799332"/>
                </a:lnTo>
                <a:lnTo>
                  <a:pt x="7932658" y="3819969"/>
                </a:lnTo>
                <a:lnTo>
                  <a:pt x="7921212" y="3836892"/>
                </a:lnTo>
                <a:lnTo>
                  <a:pt x="7904289" y="3848338"/>
                </a:lnTo>
                <a:lnTo>
                  <a:pt x="7883652" y="3852545"/>
                </a:lnTo>
                <a:lnTo>
                  <a:pt x="7968588" y="3852545"/>
                </a:lnTo>
                <a:lnTo>
                  <a:pt x="7977717" y="3839021"/>
                </a:lnTo>
                <a:lnTo>
                  <a:pt x="7985759" y="3799332"/>
                </a:lnTo>
                <a:lnTo>
                  <a:pt x="7985759" y="102108"/>
                </a:lnTo>
                <a:lnTo>
                  <a:pt x="7977717" y="62418"/>
                </a:lnTo>
                <a:lnTo>
                  <a:pt x="7968588" y="4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54608" y="3194304"/>
            <a:ext cx="7933055" cy="3850004"/>
          </a:xfrm>
          <a:custGeom>
            <a:avLst/>
            <a:gdLst/>
            <a:ahLst/>
            <a:cxnLst/>
            <a:rect l="l" t="t" r="r" b="b"/>
            <a:pathLst>
              <a:path w="7933055" h="3850004">
                <a:moveTo>
                  <a:pt x="7856855" y="0"/>
                </a:moveTo>
                <a:lnTo>
                  <a:pt x="76034" y="0"/>
                </a:lnTo>
                <a:lnTo>
                  <a:pt x="46575" y="6028"/>
                </a:lnTo>
                <a:lnTo>
                  <a:pt x="22391" y="22415"/>
                </a:lnTo>
                <a:lnTo>
                  <a:pt x="6020" y="46612"/>
                </a:lnTo>
                <a:lnTo>
                  <a:pt x="0" y="76073"/>
                </a:lnTo>
                <a:lnTo>
                  <a:pt x="0" y="3773551"/>
                </a:lnTo>
                <a:lnTo>
                  <a:pt x="6020" y="3803011"/>
                </a:lnTo>
                <a:lnTo>
                  <a:pt x="22391" y="3827208"/>
                </a:lnTo>
                <a:lnTo>
                  <a:pt x="46575" y="3843595"/>
                </a:lnTo>
                <a:lnTo>
                  <a:pt x="76034" y="3849624"/>
                </a:lnTo>
                <a:lnTo>
                  <a:pt x="7857871" y="3849624"/>
                </a:lnTo>
                <a:lnTo>
                  <a:pt x="7887315" y="3843579"/>
                </a:lnTo>
                <a:lnTo>
                  <a:pt x="7911401" y="3827081"/>
                </a:lnTo>
                <a:lnTo>
                  <a:pt x="7927486" y="3802582"/>
                </a:lnTo>
                <a:lnTo>
                  <a:pt x="7932928" y="3772535"/>
                </a:lnTo>
                <a:lnTo>
                  <a:pt x="7932928" y="76073"/>
                </a:lnTo>
                <a:lnTo>
                  <a:pt x="7926899" y="46612"/>
                </a:lnTo>
                <a:lnTo>
                  <a:pt x="7910512" y="22415"/>
                </a:lnTo>
                <a:lnTo>
                  <a:pt x="7886315" y="6028"/>
                </a:lnTo>
                <a:lnTo>
                  <a:pt x="78568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30224" y="3169920"/>
            <a:ext cx="7985759" cy="3901440"/>
          </a:xfrm>
          <a:custGeom>
            <a:avLst/>
            <a:gdLst/>
            <a:ahLst/>
            <a:cxnLst/>
            <a:rect l="l" t="t" r="r" b="b"/>
            <a:pathLst>
              <a:path w="7985759" h="3901440">
                <a:moveTo>
                  <a:pt x="7883652" y="0"/>
                </a:moveTo>
                <a:lnTo>
                  <a:pt x="102069" y="0"/>
                </a:lnTo>
                <a:lnTo>
                  <a:pt x="62397" y="8042"/>
                </a:lnTo>
                <a:lnTo>
                  <a:pt x="29946" y="29956"/>
                </a:lnTo>
                <a:lnTo>
                  <a:pt x="8040" y="62418"/>
                </a:lnTo>
                <a:lnTo>
                  <a:pt x="0" y="102107"/>
                </a:lnTo>
                <a:lnTo>
                  <a:pt x="0" y="3799331"/>
                </a:lnTo>
                <a:lnTo>
                  <a:pt x="8040" y="3839021"/>
                </a:lnTo>
                <a:lnTo>
                  <a:pt x="29946" y="3871483"/>
                </a:lnTo>
                <a:lnTo>
                  <a:pt x="62397" y="3893397"/>
                </a:lnTo>
                <a:lnTo>
                  <a:pt x="102069" y="3901440"/>
                </a:lnTo>
                <a:lnTo>
                  <a:pt x="7883652" y="3901440"/>
                </a:lnTo>
                <a:lnTo>
                  <a:pt x="7923341" y="3893397"/>
                </a:lnTo>
                <a:lnTo>
                  <a:pt x="7955803" y="3871483"/>
                </a:lnTo>
                <a:lnTo>
                  <a:pt x="7968588" y="3852544"/>
                </a:lnTo>
                <a:lnTo>
                  <a:pt x="102069" y="3852544"/>
                </a:lnTo>
                <a:lnTo>
                  <a:pt x="81469" y="3848338"/>
                </a:lnTo>
                <a:lnTo>
                  <a:pt x="64579" y="3836892"/>
                </a:lnTo>
                <a:lnTo>
                  <a:pt x="53156" y="3819969"/>
                </a:lnTo>
                <a:lnTo>
                  <a:pt x="48958" y="3799331"/>
                </a:lnTo>
                <a:lnTo>
                  <a:pt x="48958" y="102107"/>
                </a:lnTo>
                <a:lnTo>
                  <a:pt x="53156" y="81470"/>
                </a:lnTo>
                <a:lnTo>
                  <a:pt x="64579" y="64547"/>
                </a:lnTo>
                <a:lnTo>
                  <a:pt x="81469" y="53101"/>
                </a:lnTo>
                <a:lnTo>
                  <a:pt x="102069" y="48895"/>
                </a:lnTo>
                <a:lnTo>
                  <a:pt x="7968588" y="48895"/>
                </a:lnTo>
                <a:lnTo>
                  <a:pt x="7955803" y="29956"/>
                </a:lnTo>
                <a:lnTo>
                  <a:pt x="7923341" y="8042"/>
                </a:lnTo>
                <a:lnTo>
                  <a:pt x="7883652" y="0"/>
                </a:lnTo>
                <a:close/>
              </a:path>
              <a:path w="7985759" h="3901440">
                <a:moveTo>
                  <a:pt x="7968588" y="48895"/>
                </a:moveTo>
                <a:lnTo>
                  <a:pt x="7883652" y="48895"/>
                </a:lnTo>
                <a:lnTo>
                  <a:pt x="7904289" y="53101"/>
                </a:lnTo>
                <a:lnTo>
                  <a:pt x="7921212" y="64547"/>
                </a:lnTo>
                <a:lnTo>
                  <a:pt x="7932658" y="81470"/>
                </a:lnTo>
                <a:lnTo>
                  <a:pt x="7936865" y="102107"/>
                </a:lnTo>
                <a:lnTo>
                  <a:pt x="7936865" y="3799331"/>
                </a:lnTo>
                <a:lnTo>
                  <a:pt x="7932658" y="3819969"/>
                </a:lnTo>
                <a:lnTo>
                  <a:pt x="7921212" y="3836892"/>
                </a:lnTo>
                <a:lnTo>
                  <a:pt x="7904289" y="3848338"/>
                </a:lnTo>
                <a:lnTo>
                  <a:pt x="7883652" y="3852544"/>
                </a:lnTo>
                <a:lnTo>
                  <a:pt x="7968588" y="3852544"/>
                </a:lnTo>
                <a:lnTo>
                  <a:pt x="7977717" y="3839021"/>
                </a:lnTo>
                <a:lnTo>
                  <a:pt x="7985759" y="3799331"/>
                </a:lnTo>
                <a:lnTo>
                  <a:pt x="7985759" y="102107"/>
                </a:lnTo>
                <a:lnTo>
                  <a:pt x="7977717" y="62418"/>
                </a:lnTo>
                <a:lnTo>
                  <a:pt x="7968588" y="48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49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8072" y="1853183"/>
            <a:ext cx="8361045" cy="504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8072" y="1853183"/>
            <a:ext cx="8361045" cy="504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8294350" cy="10293350"/>
            <a:chOff x="-6095" y="-6095"/>
            <a:chExt cx="18294350" cy="10293350"/>
          </a:xfrm>
        </p:grpSpPr>
        <p:sp>
          <p:nvSpPr>
            <p:cNvPr id="3" name="object 3"/>
            <p:cNvSpPr/>
            <p:nvPr/>
          </p:nvSpPr>
          <p:spPr>
            <a:xfrm>
              <a:off x="12944856" y="1645920"/>
              <a:ext cx="3891279" cy="1143000"/>
            </a:xfrm>
            <a:custGeom>
              <a:avLst/>
              <a:gdLst/>
              <a:ahLst/>
              <a:cxnLst/>
              <a:rect l="l" t="t" r="r" b="b"/>
              <a:pathLst>
                <a:path w="3891280" h="1143000">
                  <a:moveTo>
                    <a:pt x="3806317" y="0"/>
                  </a:moveTo>
                  <a:lnTo>
                    <a:pt x="84709" y="0"/>
                  </a:lnTo>
                  <a:lnTo>
                    <a:pt x="51917" y="6719"/>
                  </a:lnTo>
                  <a:lnTo>
                    <a:pt x="24971" y="24987"/>
                  </a:lnTo>
                  <a:lnTo>
                    <a:pt x="6717" y="51970"/>
                  </a:lnTo>
                  <a:lnTo>
                    <a:pt x="0" y="84835"/>
                  </a:lnTo>
                  <a:lnTo>
                    <a:pt x="0" y="1058163"/>
                  </a:lnTo>
                  <a:lnTo>
                    <a:pt x="6717" y="1091029"/>
                  </a:lnTo>
                  <a:lnTo>
                    <a:pt x="24971" y="1118012"/>
                  </a:lnTo>
                  <a:lnTo>
                    <a:pt x="51917" y="1136280"/>
                  </a:lnTo>
                  <a:lnTo>
                    <a:pt x="84709" y="1143000"/>
                  </a:lnTo>
                  <a:lnTo>
                    <a:pt x="3807586" y="1143000"/>
                  </a:lnTo>
                  <a:lnTo>
                    <a:pt x="3840360" y="1136263"/>
                  </a:lnTo>
                  <a:lnTo>
                    <a:pt x="3867181" y="1117869"/>
                  </a:lnTo>
                  <a:lnTo>
                    <a:pt x="3885096" y="1090547"/>
                  </a:lnTo>
                  <a:lnTo>
                    <a:pt x="3891153" y="1057021"/>
                  </a:lnTo>
                  <a:lnTo>
                    <a:pt x="3891153" y="84835"/>
                  </a:lnTo>
                  <a:lnTo>
                    <a:pt x="3884433" y="51970"/>
                  </a:lnTo>
                  <a:lnTo>
                    <a:pt x="3866165" y="24987"/>
                  </a:lnTo>
                  <a:lnTo>
                    <a:pt x="3839182" y="6719"/>
                  </a:lnTo>
                  <a:lnTo>
                    <a:pt x="3806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14375" y="1615440"/>
              <a:ext cx="3953510" cy="1201420"/>
            </a:xfrm>
            <a:custGeom>
              <a:avLst/>
              <a:gdLst/>
              <a:ahLst/>
              <a:cxnLst/>
              <a:rect l="l" t="t" r="r" b="b"/>
              <a:pathLst>
                <a:path w="3953509" h="1201420">
                  <a:moveTo>
                    <a:pt x="3839337" y="0"/>
                  </a:moveTo>
                  <a:lnTo>
                    <a:pt x="113918" y="0"/>
                  </a:lnTo>
                  <a:lnTo>
                    <a:pt x="69651" y="8957"/>
                  </a:lnTo>
                  <a:lnTo>
                    <a:pt x="33432" y="33369"/>
                  </a:lnTo>
                  <a:lnTo>
                    <a:pt x="8977" y="69544"/>
                  </a:lnTo>
                  <a:lnTo>
                    <a:pt x="0" y="113791"/>
                  </a:lnTo>
                  <a:lnTo>
                    <a:pt x="0" y="1087119"/>
                  </a:lnTo>
                  <a:lnTo>
                    <a:pt x="8977" y="1131367"/>
                  </a:lnTo>
                  <a:lnTo>
                    <a:pt x="33432" y="1167542"/>
                  </a:lnTo>
                  <a:lnTo>
                    <a:pt x="69651" y="1191954"/>
                  </a:lnTo>
                  <a:lnTo>
                    <a:pt x="113918" y="1200911"/>
                  </a:lnTo>
                  <a:lnTo>
                    <a:pt x="3839337" y="1200911"/>
                  </a:lnTo>
                  <a:lnTo>
                    <a:pt x="3883604" y="1191954"/>
                  </a:lnTo>
                  <a:lnTo>
                    <a:pt x="3919823" y="1167542"/>
                  </a:lnTo>
                  <a:lnTo>
                    <a:pt x="3934182" y="1146302"/>
                  </a:lnTo>
                  <a:lnTo>
                    <a:pt x="113918" y="1146302"/>
                  </a:lnTo>
                  <a:lnTo>
                    <a:pt x="90882" y="1141626"/>
                  </a:lnTo>
                  <a:lnTo>
                    <a:pt x="72024" y="1128902"/>
                  </a:lnTo>
                  <a:lnTo>
                    <a:pt x="59287" y="1110083"/>
                  </a:lnTo>
                  <a:lnTo>
                    <a:pt x="54609" y="1087119"/>
                  </a:lnTo>
                  <a:lnTo>
                    <a:pt x="54609" y="113791"/>
                  </a:lnTo>
                  <a:lnTo>
                    <a:pt x="59287" y="90828"/>
                  </a:lnTo>
                  <a:lnTo>
                    <a:pt x="72024" y="72008"/>
                  </a:lnTo>
                  <a:lnTo>
                    <a:pt x="90882" y="59285"/>
                  </a:lnTo>
                  <a:lnTo>
                    <a:pt x="113918" y="54609"/>
                  </a:lnTo>
                  <a:lnTo>
                    <a:pt x="3934182" y="54609"/>
                  </a:lnTo>
                  <a:lnTo>
                    <a:pt x="3919823" y="33369"/>
                  </a:lnTo>
                  <a:lnTo>
                    <a:pt x="3883604" y="8957"/>
                  </a:lnTo>
                  <a:lnTo>
                    <a:pt x="3839337" y="0"/>
                  </a:lnTo>
                  <a:close/>
                </a:path>
                <a:path w="3953509" h="1201420">
                  <a:moveTo>
                    <a:pt x="3934182" y="54609"/>
                  </a:moveTo>
                  <a:lnTo>
                    <a:pt x="3839337" y="54609"/>
                  </a:lnTo>
                  <a:lnTo>
                    <a:pt x="3862373" y="59285"/>
                  </a:lnTo>
                  <a:lnTo>
                    <a:pt x="3881231" y="72008"/>
                  </a:lnTo>
                  <a:lnTo>
                    <a:pt x="3893968" y="90828"/>
                  </a:lnTo>
                  <a:lnTo>
                    <a:pt x="3898645" y="113791"/>
                  </a:lnTo>
                  <a:lnTo>
                    <a:pt x="3898645" y="1087119"/>
                  </a:lnTo>
                  <a:lnTo>
                    <a:pt x="3893968" y="1110083"/>
                  </a:lnTo>
                  <a:lnTo>
                    <a:pt x="3881231" y="1128902"/>
                  </a:lnTo>
                  <a:lnTo>
                    <a:pt x="3862373" y="1141626"/>
                  </a:lnTo>
                  <a:lnTo>
                    <a:pt x="3839337" y="1146302"/>
                  </a:lnTo>
                  <a:lnTo>
                    <a:pt x="3934182" y="1146302"/>
                  </a:lnTo>
                  <a:lnTo>
                    <a:pt x="3944278" y="1131367"/>
                  </a:lnTo>
                  <a:lnTo>
                    <a:pt x="3953256" y="1087119"/>
                  </a:lnTo>
                  <a:lnTo>
                    <a:pt x="3953256" y="113791"/>
                  </a:lnTo>
                  <a:lnTo>
                    <a:pt x="3944278" y="69544"/>
                  </a:lnTo>
                  <a:lnTo>
                    <a:pt x="3934182" y="5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01416" y="1920239"/>
              <a:ext cx="588263" cy="5913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095" y="-6095"/>
              <a:ext cx="17818608" cy="102930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2912" y="3872961"/>
            <a:ext cx="12551410" cy="29851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1395"/>
              </a:spcBef>
            </a:pPr>
            <a:r>
              <a:rPr sz="6550" b="1" dirty="0">
                <a:latin typeface="Courier New"/>
                <a:cs typeface="Courier New"/>
              </a:rPr>
              <a:t>Программа</a:t>
            </a:r>
            <a:r>
              <a:rPr sz="6550" b="1" spc="45" dirty="0">
                <a:latin typeface="Courier New"/>
                <a:cs typeface="Courier New"/>
              </a:rPr>
              <a:t> </a:t>
            </a:r>
            <a:r>
              <a:rPr sz="6550" b="1" dirty="0">
                <a:latin typeface="Courier New"/>
                <a:cs typeface="Courier New"/>
              </a:rPr>
              <a:t>для</a:t>
            </a:r>
            <a:r>
              <a:rPr sz="6550" b="1" spc="-45" dirty="0">
                <a:latin typeface="Courier New"/>
                <a:cs typeface="Courier New"/>
              </a:rPr>
              <a:t> </a:t>
            </a:r>
            <a:r>
              <a:rPr sz="6550" b="1" spc="-10" dirty="0">
                <a:latin typeface="Courier New"/>
                <a:cs typeface="Courier New"/>
              </a:rPr>
              <a:t>определения </a:t>
            </a:r>
            <a:r>
              <a:rPr sz="6550" b="1" dirty="0">
                <a:latin typeface="Courier New"/>
                <a:cs typeface="Courier New"/>
              </a:rPr>
              <a:t>фишинговых</a:t>
            </a:r>
            <a:r>
              <a:rPr sz="6550" b="1" spc="-10" dirty="0">
                <a:latin typeface="Courier New"/>
                <a:cs typeface="Courier New"/>
              </a:rPr>
              <a:t> ссылок</a:t>
            </a:r>
            <a:endParaRPr sz="65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4"/>
              </a:spcBef>
            </a:pPr>
            <a:r>
              <a:rPr sz="4000" dirty="0" err="1">
                <a:latin typeface="Tahoma"/>
                <a:cs typeface="Tahoma"/>
              </a:rPr>
              <a:t>Афанасьев</a:t>
            </a:r>
            <a:r>
              <a:rPr sz="4000" spc="-250" dirty="0">
                <a:latin typeface="Tahoma"/>
                <a:cs typeface="Tahoma"/>
              </a:rPr>
              <a:t> </a:t>
            </a:r>
            <a:r>
              <a:rPr sz="4000" spc="-10" dirty="0" err="1">
                <a:latin typeface="Tahoma"/>
                <a:cs typeface="Tahoma"/>
              </a:rPr>
              <a:t>Андрей</a:t>
            </a:r>
            <a:r>
              <a:rPr lang="ru-RU" sz="4000" spc="-10" dirty="0">
                <a:latin typeface="Tahoma"/>
                <a:cs typeface="Tahoma"/>
              </a:rPr>
              <a:t>, ученик 10 класса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62912" y="1901064"/>
            <a:ext cx="12984989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4000" b="0" dirty="0">
                <a:latin typeface="Tahoma"/>
                <a:cs typeface="Tahoma"/>
              </a:rPr>
              <a:t>МОБУ СОШ с. Новая </a:t>
            </a:r>
            <a:r>
              <a:rPr lang="ru-RU" sz="4000" b="0" dirty="0" err="1">
                <a:latin typeface="Tahoma"/>
                <a:cs typeface="Tahoma"/>
              </a:rPr>
              <a:t>Отрадовка</a:t>
            </a:r>
            <a:r>
              <a:rPr lang="ru-RU" sz="4000" b="0" dirty="0">
                <a:latin typeface="Tahoma"/>
                <a:cs typeface="Tahoma"/>
              </a:rPr>
              <a:t> им. Трошина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35381" y="1936445"/>
            <a:ext cx="11125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5" dirty="0">
                <a:latin typeface="Tahoma"/>
                <a:cs typeface="Tahoma"/>
              </a:rPr>
              <a:t>Поиск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120DD6FE-3CFF-4F03-959D-3CE9977B1466}"/>
              </a:ext>
            </a:extLst>
          </p:cNvPr>
          <p:cNvSpPr txBox="1">
            <a:spLocks/>
          </p:cNvSpPr>
          <p:nvPr/>
        </p:nvSpPr>
        <p:spPr>
          <a:xfrm>
            <a:off x="1462912" y="7029082"/>
            <a:ext cx="12984989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Courier New"/>
                <a:ea typeface="+mj-ea"/>
                <a:cs typeface="Courier New"/>
              </a:defRPr>
            </a:lvl1pPr>
          </a:lstStyle>
          <a:p>
            <a:pPr marL="12700">
              <a:spcBef>
                <a:spcPts val="110"/>
              </a:spcBef>
            </a:pPr>
            <a:r>
              <a:rPr lang="ru-RU" sz="3200" b="0" dirty="0">
                <a:latin typeface="Tahoma"/>
                <a:cs typeface="Tahoma"/>
              </a:rPr>
              <a:t>Республиканский этап Международного конкурса научно-технологических проектов "Большие вызовы"</a:t>
            </a:r>
            <a:endParaRPr lang="ru-RU"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499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357104" y="1173480"/>
            <a:ext cx="6353810" cy="6355080"/>
            <a:chOff x="10357104" y="1173480"/>
            <a:chExt cx="6353810" cy="6355080"/>
          </a:xfrm>
        </p:grpSpPr>
        <p:sp>
          <p:nvSpPr>
            <p:cNvPr id="4" name="object 4"/>
            <p:cNvSpPr/>
            <p:nvPr/>
          </p:nvSpPr>
          <p:spPr>
            <a:xfrm>
              <a:off x="10369296" y="1697736"/>
              <a:ext cx="6334125" cy="5821680"/>
            </a:xfrm>
            <a:custGeom>
              <a:avLst/>
              <a:gdLst/>
              <a:ahLst/>
              <a:cxnLst/>
              <a:rect l="l" t="t" r="r" b="b"/>
              <a:pathLst>
                <a:path w="6334125" h="5821680">
                  <a:moveTo>
                    <a:pt x="6333744" y="0"/>
                  </a:moveTo>
                  <a:lnTo>
                    <a:pt x="0" y="0"/>
                  </a:lnTo>
                  <a:lnTo>
                    <a:pt x="79" y="5449062"/>
                  </a:lnTo>
                  <a:lnTo>
                    <a:pt x="2920" y="5494323"/>
                  </a:lnTo>
                  <a:lnTo>
                    <a:pt x="11444" y="5539192"/>
                  </a:lnTo>
                  <a:lnTo>
                    <a:pt x="25212" y="5582044"/>
                  </a:lnTo>
                  <a:lnTo>
                    <a:pt x="43867" y="5622526"/>
                  </a:lnTo>
                  <a:lnTo>
                    <a:pt x="67052" y="5660282"/>
                  </a:lnTo>
                  <a:lnTo>
                    <a:pt x="94407" y="5694958"/>
                  </a:lnTo>
                  <a:lnTo>
                    <a:pt x="125576" y="5726200"/>
                  </a:lnTo>
                  <a:lnTo>
                    <a:pt x="160199" y="5753653"/>
                  </a:lnTo>
                  <a:lnTo>
                    <a:pt x="197920" y="5776963"/>
                  </a:lnTo>
                  <a:lnTo>
                    <a:pt x="238380" y="5795775"/>
                  </a:lnTo>
                  <a:lnTo>
                    <a:pt x="281222" y="5809735"/>
                  </a:lnTo>
                  <a:lnTo>
                    <a:pt x="326087" y="5818488"/>
                  </a:lnTo>
                  <a:lnTo>
                    <a:pt x="372618" y="5821680"/>
                  </a:lnTo>
                  <a:lnTo>
                    <a:pt x="6095873" y="5821680"/>
                  </a:lnTo>
                  <a:lnTo>
                    <a:pt x="6095873" y="5796280"/>
                  </a:lnTo>
                  <a:lnTo>
                    <a:pt x="6140556" y="5775483"/>
                  </a:lnTo>
                  <a:lnTo>
                    <a:pt x="6181822" y="5749073"/>
                  </a:lnTo>
                  <a:lnTo>
                    <a:pt x="6219180" y="5717549"/>
                  </a:lnTo>
                  <a:lnTo>
                    <a:pt x="6252139" y="5681412"/>
                  </a:lnTo>
                  <a:lnTo>
                    <a:pt x="6280206" y="5641164"/>
                  </a:lnTo>
                  <a:lnTo>
                    <a:pt x="6302892" y="5597303"/>
                  </a:lnTo>
                  <a:lnTo>
                    <a:pt x="6319704" y="5550333"/>
                  </a:lnTo>
                  <a:lnTo>
                    <a:pt x="6330152" y="5500752"/>
                  </a:lnTo>
                  <a:lnTo>
                    <a:pt x="6333744" y="5449062"/>
                  </a:lnTo>
                  <a:lnTo>
                    <a:pt x="6333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9296" y="1697736"/>
              <a:ext cx="6334125" cy="5821680"/>
            </a:xfrm>
            <a:custGeom>
              <a:avLst/>
              <a:gdLst/>
              <a:ahLst/>
              <a:cxnLst/>
              <a:rect l="l" t="t" r="r" b="b"/>
              <a:pathLst>
                <a:path w="6334125" h="5821680">
                  <a:moveTo>
                    <a:pt x="5102606" y="0"/>
                  </a:moveTo>
                  <a:lnTo>
                    <a:pt x="5420613" y="0"/>
                  </a:lnTo>
                </a:path>
                <a:path w="6334125" h="5821680">
                  <a:moveTo>
                    <a:pt x="5420613" y="0"/>
                  </a:moveTo>
                  <a:lnTo>
                    <a:pt x="6333744" y="0"/>
                  </a:lnTo>
                  <a:lnTo>
                    <a:pt x="6333744" y="5449062"/>
                  </a:lnTo>
                  <a:lnTo>
                    <a:pt x="6330152" y="5500752"/>
                  </a:lnTo>
                  <a:lnTo>
                    <a:pt x="6319704" y="5550333"/>
                  </a:lnTo>
                  <a:lnTo>
                    <a:pt x="6302892" y="5597303"/>
                  </a:lnTo>
                  <a:lnTo>
                    <a:pt x="6280206" y="5641164"/>
                  </a:lnTo>
                  <a:lnTo>
                    <a:pt x="6252139" y="5681412"/>
                  </a:lnTo>
                  <a:lnTo>
                    <a:pt x="6219180" y="5717549"/>
                  </a:lnTo>
                  <a:lnTo>
                    <a:pt x="6181822" y="5749073"/>
                  </a:lnTo>
                  <a:lnTo>
                    <a:pt x="6140556" y="5775483"/>
                  </a:lnTo>
                  <a:lnTo>
                    <a:pt x="6095873" y="5796280"/>
                  </a:lnTo>
                  <a:lnTo>
                    <a:pt x="6095873" y="5821680"/>
                  </a:lnTo>
                  <a:lnTo>
                    <a:pt x="372618" y="5821680"/>
                  </a:lnTo>
                  <a:lnTo>
                    <a:pt x="326087" y="5818488"/>
                  </a:lnTo>
                  <a:lnTo>
                    <a:pt x="281222" y="5809735"/>
                  </a:lnTo>
                  <a:lnTo>
                    <a:pt x="238380" y="5795775"/>
                  </a:lnTo>
                  <a:lnTo>
                    <a:pt x="197920" y="5776963"/>
                  </a:lnTo>
                  <a:lnTo>
                    <a:pt x="160199" y="5753653"/>
                  </a:lnTo>
                  <a:lnTo>
                    <a:pt x="125576" y="5726200"/>
                  </a:lnTo>
                  <a:lnTo>
                    <a:pt x="94407" y="5694958"/>
                  </a:lnTo>
                  <a:lnTo>
                    <a:pt x="67052" y="5660282"/>
                  </a:lnTo>
                  <a:lnTo>
                    <a:pt x="43867" y="5622526"/>
                  </a:lnTo>
                  <a:lnTo>
                    <a:pt x="25212" y="5582044"/>
                  </a:lnTo>
                  <a:lnTo>
                    <a:pt x="11444" y="5539192"/>
                  </a:lnTo>
                  <a:lnTo>
                    <a:pt x="2920" y="5494323"/>
                  </a:lnTo>
                  <a:lnTo>
                    <a:pt x="0" y="5447792"/>
                  </a:lnTo>
                  <a:lnTo>
                    <a:pt x="0" y="0"/>
                  </a:lnTo>
                  <a:lnTo>
                    <a:pt x="5102606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69296" y="1185672"/>
              <a:ext cx="6334125" cy="698500"/>
            </a:xfrm>
            <a:custGeom>
              <a:avLst/>
              <a:gdLst/>
              <a:ahLst/>
              <a:cxnLst/>
              <a:rect l="l" t="t" r="r" b="b"/>
              <a:pathLst>
                <a:path w="6334125" h="698500">
                  <a:moveTo>
                    <a:pt x="5961125" y="0"/>
                  </a:moveTo>
                  <a:lnTo>
                    <a:pt x="370077" y="0"/>
                  </a:lnTo>
                  <a:lnTo>
                    <a:pt x="323234" y="2893"/>
                  </a:lnTo>
                  <a:lnTo>
                    <a:pt x="323473" y="2893"/>
                  </a:lnTo>
                  <a:lnTo>
                    <a:pt x="278387" y="11342"/>
                  </a:lnTo>
                  <a:lnTo>
                    <a:pt x="278575" y="11342"/>
                  </a:lnTo>
                  <a:lnTo>
                    <a:pt x="236184" y="24813"/>
                  </a:lnTo>
                  <a:lnTo>
                    <a:pt x="195954" y="43197"/>
                  </a:lnTo>
                  <a:lnTo>
                    <a:pt x="158497" y="66066"/>
                  </a:lnTo>
                  <a:lnTo>
                    <a:pt x="124159" y="93077"/>
                  </a:lnTo>
                  <a:lnTo>
                    <a:pt x="93283" y="123887"/>
                  </a:lnTo>
                  <a:lnTo>
                    <a:pt x="66213" y="158153"/>
                  </a:lnTo>
                  <a:lnTo>
                    <a:pt x="43294" y="195532"/>
                  </a:lnTo>
                  <a:lnTo>
                    <a:pt x="24869" y="235681"/>
                  </a:lnTo>
                  <a:lnTo>
                    <a:pt x="11282" y="278256"/>
                  </a:lnTo>
                  <a:lnTo>
                    <a:pt x="2877" y="322915"/>
                  </a:lnTo>
                  <a:lnTo>
                    <a:pt x="0" y="369316"/>
                  </a:lnTo>
                  <a:lnTo>
                    <a:pt x="0" y="697992"/>
                  </a:lnTo>
                  <a:lnTo>
                    <a:pt x="5266690" y="697992"/>
                  </a:lnTo>
                  <a:lnTo>
                    <a:pt x="6333744" y="371855"/>
                  </a:lnTo>
                  <a:lnTo>
                    <a:pt x="6330844" y="325163"/>
                  </a:lnTo>
                  <a:lnTo>
                    <a:pt x="6322376" y="280215"/>
                  </a:lnTo>
                  <a:lnTo>
                    <a:pt x="6308687" y="237357"/>
                  </a:lnTo>
                  <a:lnTo>
                    <a:pt x="6290125" y="196937"/>
                  </a:lnTo>
                  <a:lnTo>
                    <a:pt x="6267038" y="159300"/>
                  </a:lnTo>
                  <a:lnTo>
                    <a:pt x="6239773" y="124794"/>
                  </a:lnTo>
                  <a:lnTo>
                    <a:pt x="6208677" y="93764"/>
                  </a:lnTo>
                  <a:lnTo>
                    <a:pt x="6174099" y="66557"/>
                  </a:lnTo>
                  <a:lnTo>
                    <a:pt x="6136385" y="43521"/>
                  </a:lnTo>
                  <a:lnTo>
                    <a:pt x="6095883" y="25000"/>
                  </a:lnTo>
                  <a:lnTo>
                    <a:pt x="6052941" y="11342"/>
                  </a:lnTo>
                  <a:lnTo>
                    <a:pt x="6007906" y="2893"/>
                  </a:lnTo>
                  <a:lnTo>
                    <a:pt x="5961125" y="0"/>
                  </a:lnTo>
                  <a:close/>
                </a:path>
                <a:path w="6334125" h="698500">
                  <a:moveTo>
                    <a:pt x="6333744" y="371855"/>
                  </a:moveTo>
                  <a:lnTo>
                    <a:pt x="5266690" y="697992"/>
                  </a:lnTo>
                  <a:lnTo>
                    <a:pt x="6333744" y="697992"/>
                  </a:lnTo>
                  <a:lnTo>
                    <a:pt x="6333744" y="371855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33905" y="1408175"/>
              <a:ext cx="1106805" cy="280670"/>
            </a:xfrm>
            <a:custGeom>
              <a:avLst/>
              <a:gdLst/>
              <a:ahLst/>
              <a:cxnLst/>
              <a:rect l="l" t="t" r="r" b="b"/>
              <a:pathLst>
                <a:path w="1106805" h="280669">
                  <a:moveTo>
                    <a:pt x="279400" y="0"/>
                  </a:moveTo>
                  <a:lnTo>
                    <a:pt x="0" y="0"/>
                  </a:lnTo>
                  <a:lnTo>
                    <a:pt x="0" y="280416"/>
                  </a:lnTo>
                  <a:lnTo>
                    <a:pt x="279400" y="280416"/>
                  </a:lnTo>
                  <a:lnTo>
                    <a:pt x="279400" y="0"/>
                  </a:lnTo>
                  <a:close/>
                </a:path>
                <a:path w="1106805" h="280669">
                  <a:moveTo>
                    <a:pt x="692277" y="0"/>
                  </a:moveTo>
                  <a:lnTo>
                    <a:pt x="412877" y="0"/>
                  </a:lnTo>
                  <a:lnTo>
                    <a:pt x="412877" y="280416"/>
                  </a:lnTo>
                  <a:lnTo>
                    <a:pt x="692277" y="280416"/>
                  </a:lnTo>
                  <a:lnTo>
                    <a:pt x="692277" y="0"/>
                  </a:lnTo>
                  <a:close/>
                </a:path>
                <a:path w="1106805" h="280669">
                  <a:moveTo>
                    <a:pt x="1106424" y="0"/>
                  </a:moveTo>
                  <a:lnTo>
                    <a:pt x="826897" y="0"/>
                  </a:lnTo>
                  <a:lnTo>
                    <a:pt x="826897" y="280416"/>
                  </a:lnTo>
                  <a:lnTo>
                    <a:pt x="1106424" y="280416"/>
                  </a:lnTo>
                  <a:lnTo>
                    <a:pt x="1106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57104" y="1173480"/>
              <a:ext cx="6353810" cy="6355080"/>
            </a:xfrm>
            <a:custGeom>
              <a:avLst/>
              <a:gdLst/>
              <a:ahLst/>
              <a:cxnLst/>
              <a:rect l="l" t="t" r="r" b="b"/>
              <a:pathLst>
                <a:path w="6353809" h="6355080">
                  <a:moveTo>
                    <a:pt x="5971159" y="0"/>
                  </a:moveTo>
                  <a:lnTo>
                    <a:pt x="385191" y="0"/>
                  </a:lnTo>
                  <a:lnTo>
                    <a:pt x="336950" y="3007"/>
                  </a:lnTo>
                  <a:lnTo>
                    <a:pt x="290476" y="11787"/>
                  </a:lnTo>
                  <a:lnTo>
                    <a:pt x="246132" y="25974"/>
                  </a:lnTo>
                  <a:lnTo>
                    <a:pt x="204283" y="45204"/>
                  </a:lnTo>
                  <a:lnTo>
                    <a:pt x="165293" y="69112"/>
                  </a:lnTo>
                  <a:lnTo>
                    <a:pt x="129527" y="97335"/>
                  </a:lnTo>
                  <a:lnTo>
                    <a:pt x="97348" y="129507"/>
                  </a:lnTo>
                  <a:lnTo>
                    <a:pt x="69120" y="165264"/>
                  </a:lnTo>
                  <a:lnTo>
                    <a:pt x="45208" y="204241"/>
                  </a:lnTo>
                  <a:lnTo>
                    <a:pt x="25975" y="246074"/>
                  </a:lnTo>
                  <a:lnTo>
                    <a:pt x="11787" y="290399"/>
                  </a:lnTo>
                  <a:lnTo>
                    <a:pt x="3103" y="336341"/>
                  </a:lnTo>
                  <a:lnTo>
                    <a:pt x="3007" y="336850"/>
                  </a:lnTo>
                  <a:lnTo>
                    <a:pt x="0" y="385064"/>
                  </a:lnTo>
                  <a:lnTo>
                    <a:pt x="78" y="5970016"/>
                  </a:lnTo>
                  <a:lnTo>
                    <a:pt x="2923" y="6015877"/>
                  </a:lnTo>
                  <a:lnTo>
                    <a:pt x="3007" y="6017230"/>
                  </a:lnTo>
                  <a:lnTo>
                    <a:pt x="11787" y="6063911"/>
                  </a:lnTo>
                  <a:lnTo>
                    <a:pt x="25975" y="6108427"/>
                  </a:lnTo>
                  <a:lnTo>
                    <a:pt x="45208" y="6150416"/>
                  </a:lnTo>
                  <a:lnTo>
                    <a:pt x="69120" y="6189519"/>
                  </a:lnTo>
                  <a:lnTo>
                    <a:pt x="97348" y="6225374"/>
                  </a:lnTo>
                  <a:lnTo>
                    <a:pt x="129527" y="6257619"/>
                  </a:lnTo>
                  <a:lnTo>
                    <a:pt x="165293" y="6285894"/>
                  </a:lnTo>
                  <a:lnTo>
                    <a:pt x="204283" y="6309838"/>
                  </a:lnTo>
                  <a:lnTo>
                    <a:pt x="246132" y="6329090"/>
                  </a:lnTo>
                  <a:lnTo>
                    <a:pt x="290476" y="6343288"/>
                  </a:lnTo>
                  <a:lnTo>
                    <a:pt x="336950" y="6352071"/>
                  </a:lnTo>
                  <a:lnTo>
                    <a:pt x="385191" y="6355080"/>
                  </a:lnTo>
                  <a:lnTo>
                    <a:pt x="5968619" y="6355080"/>
                  </a:lnTo>
                  <a:lnTo>
                    <a:pt x="6004933" y="6353413"/>
                  </a:lnTo>
                  <a:lnTo>
                    <a:pt x="6039961" y="6348412"/>
                  </a:lnTo>
                  <a:lnTo>
                    <a:pt x="6074275" y="6340078"/>
                  </a:lnTo>
                  <a:lnTo>
                    <a:pt x="6108446" y="6328410"/>
                  </a:lnTo>
                  <a:lnTo>
                    <a:pt x="385191" y="6328410"/>
                  </a:lnTo>
                  <a:lnTo>
                    <a:pt x="336439" y="6325119"/>
                  </a:lnTo>
                  <a:lnTo>
                    <a:pt x="289659" y="6315535"/>
                  </a:lnTo>
                  <a:lnTo>
                    <a:pt x="245284" y="6300090"/>
                  </a:lnTo>
                  <a:lnTo>
                    <a:pt x="203745" y="6279218"/>
                  </a:lnTo>
                  <a:lnTo>
                    <a:pt x="165475" y="6253351"/>
                  </a:lnTo>
                  <a:lnTo>
                    <a:pt x="130905" y="6222920"/>
                  </a:lnTo>
                  <a:lnTo>
                    <a:pt x="100468" y="6188360"/>
                  </a:lnTo>
                  <a:lnTo>
                    <a:pt x="74596" y="6150102"/>
                  </a:lnTo>
                  <a:lnTo>
                    <a:pt x="53721" y="6108578"/>
                  </a:lnTo>
                  <a:lnTo>
                    <a:pt x="38275" y="6064223"/>
                  </a:lnTo>
                  <a:lnTo>
                    <a:pt x="28690" y="6017468"/>
                  </a:lnTo>
                  <a:lnTo>
                    <a:pt x="25485" y="5970016"/>
                  </a:lnTo>
                  <a:lnTo>
                    <a:pt x="25400" y="724535"/>
                  </a:lnTo>
                  <a:lnTo>
                    <a:pt x="6353809" y="724535"/>
                  </a:lnTo>
                  <a:lnTo>
                    <a:pt x="6353809" y="697738"/>
                  </a:lnTo>
                  <a:lnTo>
                    <a:pt x="26670" y="697738"/>
                  </a:lnTo>
                  <a:lnTo>
                    <a:pt x="26670" y="385064"/>
                  </a:lnTo>
                  <a:lnTo>
                    <a:pt x="29926" y="336850"/>
                  </a:lnTo>
                  <a:lnTo>
                    <a:pt x="39545" y="289586"/>
                  </a:lnTo>
                  <a:lnTo>
                    <a:pt x="54991" y="245231"/>
                  </a:lnTo>
                  <a:lnTo>
                    <a:pt x="75866" y="203708"/>
                  </a:lnTo>
                  <a:lnTo>
                    <a:pt x="101738" y="165449"/>
                  </a:lnTo>
                  <a:lnTo>
                    <a:pt x="132175" y="130889"/>
                  </a:lnTo>
                  <a:lnTo>
                    <a:pt x="166745" y="100458"/>
                  </a:lnTo>
                  <a:lnTo>
                    <a:pt x="205015" y="74591"/>
                  </a:lnTo>
                  <a:lnTo>
                    <a:pt x="246554" y="53719"/>
                  </a:lnTo>
                  <a:lnTo>
                    <a:pt x="290929" y="38274"/>
                  </a:lnTo>
                  <a:lnTo>
                    <a:pt x="337709" y="28690"/>
                  </a:lnTo>
                  <a:lnTo>
                    <a:pt x="386461" y="25400"/>
                  </a:lnTo>
                  <a:lnTo>
                    <a:pt x="6106998" y="25400"/>
                  </a:lnTo>
                  <a:lnTo>
                    <a:pt x="6071376" y="13222"/>
                  </a:lnTo>
                  <a:lnTo>
                    <a:pt x="6022045" y="3346"/>
                  </a:lnTo>
                  <a:lnTo>
                    <a:pt x="5971159" y="0"/>
                  </a:lnTo>
                  <a:close/>
                </a:path>
                <a:path w="6353809" h="6355080">
                  <a:moveTo>
                    <a:pt x="6353809" y="724535"/>
                  </a:moveTo>
                  <a:lnTo>
                    <a:pt x="6328409" y="724535"/>
                  </a:lnTo>
                  <a:lnTo>
                    <a:pt x="6328409" y="5970016"/>
                  </a:lnTo>
                  <a:lnTo>
                    <a:pt x="6329680" y="5972556"/>
                  </a:lnTo>
                  <a:lnTo>
                    <a:pt x="6325931" y="6020712"/>
                  </a:lnTo>
                  <a:lnTo>
                    <a:pt x="6315798" y="6067357"/>
                  </a:lnTo>
                  <a:lnTo>
                    <a:pt x="6299679" y="6111926"/>
                  </a:lnTo>
                  <a:lnTo>
                    <a:pt x="6277972" y="6153859"/>
                  </a:lnTo>
                  <a:lnTo>
                    <a:pt x="6251075" y="6192591"/>
                  </a:lnTo>
                  <a:lnTo>
                    <a:pt x="6219387" y="6227562"/>
                  </a:lnTo>
                  <a:lnTo>
                    <a:pt x="6183305" y="6258209"/>
                  </a:lnTo>
                  <a:lnTo>
                    <a:pt x="6143229" y="6283969"/>
                  </a:lnTo>
                  <a:lnTo>
                    <a:pt x="6099556" y="6304280"/>
                  </a:lnTo>
                  <a:lnTo>
                    <a:pt x="6037103" y="6322536"/>
                  </a:lnTo>
                  <a:lnTo>
                    <a:pt x="5969888" y="6328410"/>
                  </a:lnTo>
                  <a:lnTo>
                    <a:pt x="6108446" y="6328410"/>
                  </a:lnTo>
                  <a:lnTo>
                    <a:pt x="6150837" y="6308710"/>
                  </a:lnTo>
                  <a:lnTo>
                    <a:pt x="6190095" y="6284262"/>
                  </a:lnTo>
                  <a:lnTo>
                    <a:pt x="6225908" y="6255491"/>
                  </a:lnTo>
                  <a:lnTo>
                    <a:pt x="6257865" y="6222920"/>
                  </a:lnTo>
                  <a:lnTo>
                    <a:pt x="6285944" y="6186678"/>
                  </a:lnTo>
                  <a:lnTo>
                    <a:pt x="6309540" y="6147486"/>
                  </a:lnTo>
                  <a:lnTo>
                    <a:pt x="6328438" y="6105672"/>
                  </a:lnTo>
                  <a:lnTo>
                    <a:pt x="6342325" y="6061661"/>
                  </a:lnTo>
                  <a:lnTo>
                    <a:pt x="6350886" y="6015877"/>
                  </a:lnTo>
                  <a:lnTo>
                    <a:pt x="6353731" y="5970016"/>
                  </a:lnTo>
                  <a:lnTo>
                    <a:pt x="6353809" y="724535"/>
                  </a:lnTo>
                  <a:close/>
                </a:path>
                <a:path w="6353809" h="6355080">
                  <a:moveTo>
                    <a:pt x="6106998" y="25400"/>
                  </a:moveTo>
                  <a:lnTo>
                    <a:pt x="5971159" y="25400"/>
                  </a:lnTo>
                  <a:lnTo>
                    <a:pt x="6019910" y="28690"/>
                  </a:lnTo>
                  <a:lnTo>
                    <a:pt x="6066690" y="38274"/>
                  </a:lnTo>
                  <a:lnTo>
                    <a:pt x="6111065" y="53719"/>
                  </a:lnTo>
                  <a:lnTo>
                    <a:pt x="6152604" y="74591"/>
                  </a:lnTo>
                  <a:lnTo>
                    <a:pt x="6190874" y="100458"/>
                  </a:lnTo>
                  <a:lnTo>
                    <a:pt x="6225444" y="130889"/>
                  </a:lnTo>
                  <a:lnTo>
                    <a:pt x="6255881" y="165449"/>
                  </a:lnTo>
                  <a:lnTo>
                    <a:pt x="6281753" y="203708"/>
                  </a:lnTo>
                  <a:lnTo>
                    <a:pt x="6302629" y="245231"/>
                  </a:lnTo>
                  <a:lnTo>
                    <a:pt x="6318074" y="289586"/>
                  </a:lnTo>
                  <a:lnTo>
                    <a:pt x="6327659" y="336341"/>
                  </a:lnTo>
                  <a:lnTo>
                    <a:pt x="6330950" y="385064"/>
                  </a:lnTo>
                  <a:lnTo>
                    <a:pt x="6330950" y="697738"/>
                  </a:lnTo>
                  <a:lnTo>
                    <a:pt x="6353809" y="697738"/>
                  </a:lnTo>
                  <a:lnTo>
                    <a:pt x="6353809" y="385064"/>
                  </a:lnTo>
                  <a:lnTo>
                    <a:pt x="6351233" y="336850"/>
                  </a:lnTo>
                  <a:lnTo>
                    <a:pt x="6351205" y="336341"/>
                  </a:lnTo>
                  <a:lnTo>
                    <a:pt x="6341810" y="284936"/>
                  </a:lnTo>
                  <a:lnTo>
                    <a:pt x="6326171" y="237680"/>
                  </a:lnTo>
                  <a:lnTo>
                    <a:pt x="6304383" y="192964"/>
                  </a:lnTo>
                  <a:lnTo>
                    <a:pt x="6276654" y="151289"/>
                  </a:lnTo>
                  <a:lnTo>
                    <a:pt x="6243192" y="113156"/>
                  </a:lnTo>
                  <a:lnTo>
                    <a:pt x="6205059" y="79595"/>
                  </a:lnTo>
                  <a:lnTo>
                    <a:pt x="6163380" y="51590"/>
                  </a:lnTo>
                  <a:lnTo>
                    <a:pt x="6118653" y="29384"/>
                  </a:lnTo>
                  <a:lnTo>
                    <a:pt x="6106998" y="25400"/>
                  </a:lnTo>
                  <a:close/>
                </a:path>
                <a:path w="6353809" h="6355080">
                  <a:moveTo>
                    <a:pt x="5158867" y="222376"/>
                  </a:moveTo>
                  <a:lnTo>
                    <a:pt x="4867656" y="222376"/>
                  </a:lnTo>
                  <a:lnTo>
                    <a:pt x="4862576" y="228726"/>
                  </a:lnTo>
                  <a:lnTo>
                    <a:pt x="4862576" y="522350"/>
                  </a:lnTo>
                  <a:lnTo>
                    <a:pt x="4868926" y="527430"/>
                  </a:lnTo>
                  <a:lnTo>
                    <a:pt x="5162677" y="527430"/>
                  </a:lnTo>
                  <a:lnTo>
                    <a:pt x="5167757" y="521080"/>
                  </a:lnTo>
                  <a:lnTo>
                    <a:pt x="5167757" y="502030"/>
                  </a:lnTo>
                  <a:lnTo>
                    <a:pt x="4889246" y="502030"/>
                  </a:lnTo>
                  <a:lnTo>
                    <a:pt x="4889246" y="249174"/>
                  </a:lnTo>
                  <a:lnTo>
                    <a:pt x="5167757" y="249174"/>
                  </a:lnTo>
                  <a:lnTo>
                    <a:pt x="5167757" y="229997"/>
                  </a:lnTo>
                  <a:lnTo>
                    <a:pt x="5165217" y="227456"/>
                  </a:lnTo>
                  <a:lnTo>
                    <a:pt x="5162677" y="223647"/>
                  </a:lnTo>
                  <a:lnTo>
                    <a:pt x="5158867" y="222376"/>
                  </a:lnTo>
                  <a:close/>
                </a:path>
                <a:path w="6353809" h="6355080">
                  <a:moveTo>
                    <a:pt x="5573267" y="222376"/>
                  </a:moveTo>
                  <a:lnTo>
                    <a:pt x="5282184" y="222376"/>
                  </a:lnTo>
                  <a:lnTo>
                    <a:pt x="5277104" y="228726"/>
                  </a:lnTo>
                  <a:lnTo>
                    <a:pt x="5277104" y="522350"/>
                  </a:lnTo>
                  <a:lnTo>
                    <a:pt x="5283454" y="527430"/>
                  </a:lnTo>
                  <a:lnTo>
                    <a:pt x="5577078" y="527430"/>
                  </a:lnTo>
                  <a:lnTo>
                    <a:pt x="5582158" y="521080"/>
                  </a:lnTo>
                  <a:lnTo>
                    <a:pt x="5582158" y="502030"/>
                  </a:lnTo>
                  <a:lnTo>
                    <a:pt x="5303774" y="502030"/>
                  </a:lnTo>
                  <a:lnTo>
                    <a:pt x="5303774" y="249174"/>
                  </a:lnTo>
                  <a:lnTo>
                    <a:pt x="5582158" y="249174"/>
                  </a:lnTo>
                  <a:lnTo>
                    <a:pt x="5582158" y="229997"/>
                  </a:lnTo>
                  <a:lnTo>
                    <a:pt x="5579617" y="227456"/>
                  </a:lnTo>
                  <a:lnTo>
                    <a:pt x="5577078" y="223647"/>
                  </a:lnTo>
                  <a:lnTo>
                    <a:pt x="5573267" y="222376"/>
                  </a:lnTo>
                  <a:close/>
                </a:path>
                <a:path w="6353809" h="6355080">
                  <a:moveTo>
                    <a:pt x="5986399" y="222376"/>
                  </a:moveTo>
                  <a:lnTo>
                    <a:pt x="5695315" y="222376"/>
                  </a:lnTo>
                  <a:lnTo>
                    <a:pt x="5690234" y="228726"/>
                  </a:lnTo>
                  <a:lnTo>
                    <a:pt x="5690234" y="522350"/>
                  </a:lnTo>
                  <a:lnTo>
                    <a:pt x="5696584" y="527430"/>
                  </a:lnTo>
                  <a:lnTo>
                    <a:pt x="5990209" y="527430"/>
                  </a:lnTo>
                  <a:lnTo>
                    <a:pt x="5995288" y="521080"/>
                  </a:lnTo>
                  <a:lnTo>
                    <a:pt x="5995288" y="502030"/>
                  </a:lnTo>
                  <a:lnTo>
                    <a:pt x="5716905" y="502030"/>
                  </a:lnTo>
                  <a:lnTo>
                    <a:pt x="5716905" y="249174"/>
                  </a:lnTo>
                  <a:lnTo>
                    <a:pt x="5995288" y="249174"/>
                  </a:lnTo>
                  <a:lnTo>
                    <a:pt x="5995288" y="229997"/>
                  </a:lnTo>
                  <a:lnTo>
                    <a:pt x="5992749" y="227456"/>
                  </a:lnTo>
                  <a:lnTo>
                    <a:pt x="5990209" y="223647"/>
                  </a:lnTo>
                  <a:lnTo>
                    <a:pt x="5986399" y="222376"/>
                  </a:lnTo>
                  <a:close/>
                </a:path>
                <a:path w="6353809" h="6355080">
                  <a:moveTo>
                    <a:pt x="5167757" y="249174"/>
                  </a:moveTo>
                  <a:lnTo>
                    <a:pt x="5142230" y="249174"/>
                  </a:lnTo>
                  <a:lnTo>
                    <a:pt x="5142230" y="502030"/>
                  </a:lnTo>
                  <a:lnTo>
                    <a:pt x="5167757" y="502030"/>
                  </a:lnTo>
                  <a:lnTo>
                    <a:pt x="5167757" y="249174"/>
                  </a:lnTo>
                  <a:close/>
                </a:path>
                <a:path w="6353809" h="6355080">
                  <a:moveTo>
                    <a:pt x="5582158" y="249174"/>
                  </a:moveTo>
                  <a:lnTo>
                    <a:pt x="5556758" y="249174"/>
                  </a:lnTo>
                  <a:lnTo>
                    <a:pt x="5556758" y="502030"/>
                  </a:lnTo>
                  <a:lnTo>
                    <a:pt x="5582158" y="502030"/>
                  </a:lnTo>
                  <a:lnTo>
                    <a:pt x="5582158" y="249174"/>
                  </a:lnTo>
                  <a:close/>
                </a:path>
                <a:path w="6353809" h="6355080">
                  <a:moveTo>
                    <a:pt x="5995288" y="249174"/>
                  </a:moveTo>
                  <a:lnTo>
                    <a:pt x="5969888" y="249174"/>
                  </a:lnTo>
                  <a:lnTo>
                    <a:pt x="5969888" y="502030"/>
                  </a:lnTo>
                  <a:lnTo>
                    <a:pt x="5995288" y="502030"/>
                  </a:lnTo>
                  <a:lnTo>
                    <a:pt x="5995288" y="249174"/>
                  </a:lnTo>
                  <a:close/>
                </a:path>
                <a:path w="6353809" h="6355080">
                  <a:moveTo>
                    <a:pt x="5776594" y="293624"/>
                  </a:moveTo>
                  <a:lnTo>
                    <a:pt x="5768975" y="293624"/>
                  </a:lnTo>
                  <a:lnTo>
                    <a:pt x="5766434" y="294894"/>
                  </a:lnTo>
                  <a:lnTo>
                    <a:pt x="5758815" y="302514"/>
                  </a:lnTo>
                  <a:lnTo>
                    <a:pt x="5758815" y="311403"/>
                  </a:lnTo>
                  <a:lnTo>
                    <a:pt x="5824982" y="377444"/>
                  </a:lnTo>
                  <a:lnTo>
                    <a:pt x="5763894" y="438530"/>
                  </a:lnTo>
                  <a:lnTo>
                    <a:pt x="5760084" y="443611"/>
                  </a:lnTo>
                  <a:lnTo>
                    <a:pt x="5760084" y="451230"/>
                  </a:lnTo>
                  <a:lnTo>
                    <a:pt x="5765165" y="457580"/>
                  </a:lnTo>
                  <a:lnTo>
                    <a:pt x="5767705" y="458850"/>
                  </a:lnTo>
                  <a:lnTo>
                    <a:pt x="5771515" y="460121"/>
                  </a:lnTo>
                  <a:lnTo>
                    <a:pt x="5779134" y="460121"/>
                  </a:lnTo>
                  <a:lnTo>
                    <a:pt x="5844032" y="395224"/>
                  </a:lnTo>
                  <a:lnTo>
                    <a:pt x="5878322" y="395224"/>
                  </a:lnTo>
                  <a:lnTo>
                    <a:pt x="5860542" y="377444"/>
                  </a:lnTo>
                  <a:lnTo>
                    <a:pt x="5879628" y="358394"/>
                  </a:lnTo>
                  <a:lnTo>
                    <a:pt x="5842761" y="358394"/>
                  </a:lnTo>
                  <a:lnTo>
                    <a:pt x="5781675" y="297434"/>
                  </a:lnTo>
                  <a:lnTo>
                    <a:pt x="5780405" y="294894"/>
                  </a:lnTo>
                  <a:lnTo>
                    <a:pt x="5776594" y="293624"/>
                  </a:lnTo>
                  <a:close/>
                </a:path>
                <a:path w="6353809" h="6355080">
                  <a:moveTo>
                    <a:pt x="5512181" y="293624"/>
                  </a:moveTo>
                  <a:lnTo>
                    <a:pt x="5344413" y="293624"/>
                  </a:lnTo>
                  <a:lnTo>
                    <a:pt x="5339334" y="299974"/>
                  </a:lnTo>
                  <a:lnTo>
                    <a:pt x="5339334" y="452500"/>
                  </a:lnTo>
                  <a:lnTo>
                    <a:pt x="5345684" y="458850"/>
                  </a:lnTo>
                  <a:lnTo>
                    <a:pt x="5513451" y="458850"/>
                  </a:lnTo>
                  <a:lnTo>
                    <a:pt x="5518531" y="452500"/>
                  </a:lnTo>
                  <a:lnTo>
                    <a:pt x="5518531" y="432180"/>
                  </a:lnTo>
                  <a:lnTo>
                    <a:pt x="5366004" y="432180"/>
                  </a:lnTo>
                  <a:lnTo>
                    <a:pt x="5366004" y="352044"/>
                  </a:lnTo>
                  <a:lnTo>
                    <a:pt x="5518531" y="352044"/>
                  </a:lnTo>
                  <a:lnTo>
                    <a:pt x="5518531" y="298703"/>
                  </a:lnTo>
                  <a:lnTo>
                    <a:pt x="5512181" y="293624"/>
                  </a:lnTo>
                  <a:close/>
                </a:path>
                <a:path w="6353809" h="6355080">
                  <a:moveTo>
                    <a:pt x="5878322" y="395224"/>
                  </a:moveTo>
                  <a:lnTo>
                    <a:pt x="5844032" y="395224"/>
                  </a:lnTo>
                  <a:lnTo>
                    <a:pt x="5904992" y="456311"/>
                  </a:lnTo>
                  <a:lnTo>
                    <a:pt x="5907532" y="457580"/>
                  </a:lnTo>
                  <a:lnTo>
                    <a:pt x="5911342" y="458850"/>
                  </a:lnTo>
                  <a:lnTo>
                    <a:pt x="5920359" y="458850"/>
                  </a:lnTo>
                  <a:lnTo>
                    <a:pt x="5926709" y="452500"/>
                  </a:lnTo>
                  <a:lnTo>
                    <a:pt x="5926709" y="443611"/>
                  </a:lnTo>
                  <a:lnTo>
                    <a:pt x="5878322" y="395224"/>
                  </a:lnTo>
                  <a:close/>
                </a:path>
                <a:path w="6353809" h="6355080">
                  <a:moveTo>
                    <a:pt x="5107940" y="432180"/>
                  </a:moveTo>
                  <a:lnTo>
                    <a:pt x="4922392" y="432180"/>
                  </a:lnTo>
                  <a:lnTo>
                    <a:pt x="4916042" y="437261"/>
                  </a:lnTo>
                  <a:lnTo>
                    <a:pt x="4916042" y="452500"/>
                  </a:lnTo>
                  <a:lnTo>
                    <a:pt x="4921123" y="457580"/>
                  </a:lnTo>
                  <a:lnTo>
                    <a:pt x="5106669" y="457580"/>
                  </a:lnTo>
                  <a:lnTo>
                    <a:pt x="5113019" y="451230"/>
                  </a:lnTo>
                  <a:lnTo>
                    <a:pt x="5113019" y="438530"/>
                  </a:lnTo>
                  <a:lnTo>
                    <a:pt x="5107940" y="432180"/>
                  </a:lnTo>
                  <a:close/>
                </a:path>
                <a:path w="6353809" h="6355080">
                  <a:moveTo>
                    <a:pt x="5518531" y="352044"/>
                  </a:moveTo>
                  <a:lnTo>
                    <a:pt x="5494401" y="352044"/>
                  </a:lnTo>
                  <a:lnTo>
                    <a:pt x="5494401" y="432180"/>
                  </a:lnTo>
                  <a:lnTo>
                    <a:pt x="5518531" y="432180"/>
                  </a:lnTo>
                  <a:lnTo>
                    <a:pt x="5518531" y="352044"/>
                  </a:lnTo>
                  <a:close/>
                </a:path>
                <a:path w="6353809" h="6355080">
                  <a:moveTo>
                    <a:pt x="5916549" y="293624"/>
                  </a:moveTo>
                  <a:lnTo>
                    <a:pt x="5908802" y="293624"/>
                  </a:lnTo>
                  <a:lnTo>
                    <a:pt x="5906261" y="294894"/>
                  </a:lnTo>
                  <a:lnTo>
                    <a:pt x="5842761" y="358394"/>
                  </a:lnTo>
                  <a:lnTo>
                    <a:pt x="5879628" y="358394"/>
                  </a:lnTo>
                  <a:lnTo>
                    <a:pt x="5926709" y="311403"/>
                  </a:lnTo>
                  <a:lnTo>
                    <a:pt x="5926709" y="302514"/>
                  </a:lnTo>
                  <a:lnTo>
                    <a:pt x="5921629" y="297434"/>
                  </a:lnTo>
                  <a:lnTo>
                    <a:pt x="5920359" y="294894"/>
                  </a:lnTo>
                  <a:lnTo>
                    <a:pt x="5916549" y="293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07591" y="1203960"/>
            <a:ext cx="8425180" cy="6324600"/>
            <a:chOff x="1307591" y="1203960"/>
            <a:chExt cx="8425180" cy="6324600"/>
          </a:xfrm>
        </p:grpSpPr>
        <p:sp>
          <p:nvSpPr>
            <p:cNvPr id="10" name="object 10"/>
            <p:cNvSpPr/>
            <p:nvPr/>
          </p:nvSpPr>
          <p:spPr>
            <a:xfrm>
              <a:off x="1307591" y="1203960"/>
              <a:ext cx="8425180" cy="6324600"/>
            </a:xfrm>
            <a:custGeom>
              <a:avLst/>
              <a:gdLst/>
              <a:ahLst/>
              <a:cxnLst/>
              <a:rect l="l" t="t" r="r" b="b"/>
              <a:pathLst>
                <a:path w="8425180" h="6324600">
                  <a:moveTo>
                    <a:pt x="8070468" y="0"/>
                  </a:moveTo>
                  <a:lnTo>
                    <a:pt x="354203" y="0"/>
                  </a:lnTo>
                  <a:lnTo>
                    <a:pt x="306308" y="3248"/>
                  </a:lnTo>
                  <a:lnTo>
                    <a:pt x="260320" y="12708"/>
                  </a:lnTo>
                  <a:lnTo>
                    <a:pt x="216669" y="27947"/>
                  </a:lnTo>
                  <a:lnTo>
                    <a:pt x="175786" y="48537"/>
                  </a:lnTo>
                  <a:lnTo>
                    <a:pt x="138101" y="74046"/>
                  </a:lnTo>
                  <a:lnTo>
                    <a:pt x="104044" y="104044"/>
                  </a:lnTo>
                  <a:lnTo>
                    <a:pt x="74046" y="138101"/>
                  </a:lnTo>
                  <a:lnTo>
                    <a:pt x="48537" y="175786"/>
                  </a:lnTo>
                  <a:lnTo>
                    <a:pt x="27947" y="216669"/>
                  </a:lnTo>
                  <a:lnTo>
                    <a:pt x="12708" y="260320"/>
                  </a:lnTo>
                  <a:lnTo>
                    <a:pt x="3248" y="306308"/>
                  </a:lnTo>
                  <a:lnTo>
                    <a:pt x="0" y="354203"/>
                  </a:lnTo>
                  <a:lnTo>
                    <a:pt x="0" y="636270"/>
                  </a:lnTo>
                  <a:lnTo>
                    <a:pt x="0" y="635000"/>
                  </a:lnTo>
                  <a:lnTo>
                    <a:pt x="0" y="5970397"/>
                  </a:lnTo>
                  <a:lnTo>
                    <a:pt x="3248" y="6018291"/>
                  </a:lnTo>
                  <a:lnTo>
                    <a:pt x="12708" y="6064279"/>
                  </a:lnTo>
                  <a:lnTo>
                    <a:pt x="27947" y="6107930"/>
                  </a:lnTo>
                  <a:lnTo>
                    <a:pt x="48537" y="6148813"/>
                  </a:lnTo>
                  <a:lnTo>
                    <a:pt x="74046" y="6186498"/>
                  </a:lnTo>
                  <a:lnTo>
                    <a:pt x="104044" y="6220555"/>
                  </a:lnTo>
                  <a:lnTo>
                    <a:pt x="138101" y="6250553"/>
                  </a:lnTo>
                  <a:lnTo>
                    <a:pt x="175786" y="6276062"/>
                  </a:lnTo>
                  <a:lnTo>
                    <a:pt x="216669" y="6296652"/>
                  </a:lnTo>
                  <a:lnTo>
                    <a:pt x="260320" y="6311891"/>
                  </a:lnTo>
                  <a:lnTo>
                    <a:pt x="306308" y="6321351"/>
                  </a:lnTo>
                  <a:lnTo>
                    <a:pt x="354203" y="6324600"/>
                  </a:lnTo>
                  <a:lnTo>
                    <a:pt x="8069199" y="6324600"/>
                  </a:lnTo>
                  <a:lnTo>
                    <a:pt x="8117093" y="6321351"/>
                  </a:lnTo>
                  <a:lnTo>
                    <a:pt x="8163081" y="6311891"/>
                  </a:lnTo>
                  <a:lnTo>
                    <a:pt x="8206732" y="6296652"/>
                  </a:lnTo>
                  <a:lnTo>
                    <a:pt x="8247615" y="6276062"/>
                  </a:lnTo>
                  <a:lnTo>
                    <a:pt x="8285300" y="6250553"/>
                  </a:lnTo>
                  <a:lnTo>
                    <a:pt x="8319357" y="6220555"/>
                  </a:lnTo>
                  <a:lnTo>
                    <a:pt x="8349355" y="6186498"/>
                  </a:lnTo>
                  <a:lnTo>
                    <a:pt x="8374864" y="6148813"/>
                  </a:lnTo>
                  <a:lnTo>
                    <a:pt x="8395454" y="6107930"/>
                  </a:lnTo>
                  <a:lnTo>
                    <a:pt x="8410693" y="6064279"/>
                  </a:lnTo>
                  <a:lnTo>
                    <a:pt x="8420153" y="6018291"/>
                  </a:lnTo>
                  <a:lnTo>
                    <a:pt x="8423402" y="5970397"/>
                  </a:lnTo>
                  <a:lnTo>
                    <a:pt x="8424672" y="354203"/>
                  </a:lnTo>
                  <a:lnTo>
                    <a:pt x="8421423" y="306308"/>
                  </a:lnTo>
                  <a:lnTo>
                    <a:pt x="8411963" y="260320"/>
                  </a:lnTo>
                  <a:lnTo>
                    <a:pt x="8396724" y="216669"/>
                  </a:lnTo>
                  <a:lnTo>
                    <a:pt x="8376134" y="175786"/>
                  </a:lnTo>
                  <a:lnTo>
                    <a:pt x="8350625" y="138101"/>
                  </a:lnTo>
                  <a:lnTo>
                    <a:pt x="8320627" y="104044"/>
                  </a:lnTo>
                  <a:lnTo>
                    <a:pt x="8286570" y="74046"/>
                  </a:lnTo>
                  <a:lnTo>
                    <a:pt x="8248885" y="48537"/>
                  </a:lnTo>
                  <a:lnTo>
                    <a:pt x="8208002" y="27947"/>
                  </a:lnTo>
                  <a:lnTo>
                    <a:pt x="8164351" y="12708"/>
                  </a:lnTo>
                  <a:lnTo>
                    <a:pt x="8118363" y="3248"/>
                  </a:lnTo>
                  <a:lnTo>
                    <a:pt x="8070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38072" y="1234439"/>
              <a:ext cx="8361045" cy="6120765"/>
            </a:xfrm>
            <a:custGeom>
              <a:avLst/>
              <a:gdLst/>
              <a:ahLst/>
              <a:cxnLst/>
              <a:rect l="l" t="t" r="r" b="b"/>
              <a:pathLst>
                <a:path w="8361045" h="6120765">
                  <a:moveTo>
                    <a:pt x="926592" y="192024"/>
                  </a:moveTo>
                  <a:lnTo>
                    <a:pt x="752856" y="192024"/>
                  </a:lnTo>
                  <a:lnTo>
                    <a:pt x="752856" y="390144"/>
                  </a:lnTo>
                  <a:lnTo>
                    <a:pt x="926592" y="390144"/>
                  </a:lnTo>
                  <a:lnTo>
                    <a:pt x="926592" y="192024"/>
                  </a:lnTo>
                  <a:close/>
                </a:path>
                <a:path w="8361045" h="6120765">
                  <a:moveTo>
                    <a:pt x="969264" y="234696"/>
                  </a:moveTo>
                  <a:lnTo>
                    <a:pt x="958977" y="234696"/>
                  </a:lnTo>
                  <a:lnTo>
                    <a:pt x="958977" y="412115"/>
                  </a:lnTo>
                  <a:lnTo>
                    <a:pt x="952627" y="419735"/>
                  </a:lnTo>
                  <a:lnTo>
                    <a:pt x="792480" y="419735"/>
                  </a:lnTo>
                  <a:lnTo>
                    <a:pt x="792480" y="429768"/>
                  </a:lnTo>
                  <a:lnTo>
                    <a:pt x="969264" y="429768"/>
                  </a:lnTo>
                  <a:lnTo>
                    <a:pt x="969264" y="234696"/>
                  </a:lnTo>
                  <a:close/>
                </a:path>
                <a:path w="8361045" h="6120765">
                  <a:moveTo>
                    <a:pt x="2795016" y="5978652"/>
                  </a:moveTo>
                  <a:lnTo>
                    <a:pt x="2787675" y="5934075"/>
                  </a:lnTo>
                  <a:lnTo>
                    <a:pt x="2767279" y="5895187"/>
                  </a:lnTo>
                  <a:lnTo>
                    <a:pt x="2736278" y="5864428"/>
                  </a:lnTo>
                  <a:lnTo>
                    <a:pt x="2697086" y="5844210"/>
                  </a:lnTo>
                  <a:lnTo>
                    <a:pt x="2652141" y="5836920"/>
                  </a:lnTo>
                  <a:lnTo>
                    <a:pt x="792099" y="5836920"/>
                  </a:lnTo>
                  <a:lnTo>
                    <a:pt x="747141" y="5844210"/>
                  </a:lnTo>
                  <a:lnTo>
                    <a:pt x="707948" y="5864428"/>
                  </a:lnTo>
                  <a:lnTo>
                    <a:pt x="676948" y="5895187"/>
                  </a:lnTo>
                  <a:lnTo>
                    <a:pt x="656551" y="5934075"/>
                  </a:lnTo>
                  <a:lnTo>
                    <a:pt x="649224" y="5978652"/>
                  </a:lnTo>
                  <a:lnTo>
                    <a:pt x="656551" y="6023241"/>
                  </a:lnTo>
                  <a:lnTo>
                    <a:pt x="676948" y="6062129"/>
                  </a:lnTo>
                  <a:lnTo>
                    <a:pt x="707948" y="6092888"/>
                  </a:lnTo>
                  <a:lnTo>
                    <a:pt x="747141" y="6113107"/>
                  </a:lnTo>
                  <a:lnTo>
                    <a:pt x="792099" y="6120384"/>
                  </a:lnTo>
                  <a:lnTo>
                    <a:pt x="2653411" y="6120384"/>
                  </a:lnTo>
                  <a:lnTo>
                    <a:pt x="2698216" y="6113107"/>
                  </a:lnTo>
                  <a:lnTo>
                    <a:pt x="2737104" y="6092888"/>
                  </a:lnTo>
                  <a:lnTo>
                    <a:pt x="2767736" y="6062129"/>
                  </a:lnTo>
                  <a:lnTo>
                    <a:pt x="2787802" y="6023241"/>
                  </a:lnTo>
                  <a:lnTo>
                    <a:pt x="2795016" y="5978652"/>
                  </a:lnTo>
                  <a:close/>
                </a:path>
                <a:path w="8361045" h="6120765">
                  <a:moveTo>
                    <a:pt x="8360664" y="322580"/>
                  </a:moveTo>
                  <a:lnTo>
                    <a:pt x="8358695" y="296037"/>
                  </a:lnTo>
                  <a:lnTo>
                    <a:pt x="8357159" y="275170"/>
                  </a:lnTo>
                  <a:lnTo>
                    <a:pt x="8347011" y="229831"/>
                  </a:lnTo>
                  <a:lnTo>
                    <a:pt x="8330705" y="187083"/>
                  </a:lnTo>
                  <a:lnTo>
                    <a:pt x="8316785" y="161975"/>
                  </a:lnTo>
                  <a:lnTo>
                    <a:pt x="8315350" y="159385"/>
                  </a:lnTo>
                  <a:lnTo>
                    <a:pt x="8281581" y="111404"/>
                  </a:lnTo>
                  <a:lnTo>
                    <a:pt x="8249780" y="79502"/>
                  </a:lnTo>
                  <a:lnTo>
                    <a:pt x="8213788" y="52260"/>
                  </a:lnTo>
                  <a:lnTo>
                    <a:pt x="8174139" y="30175"/>
                  </a:lnTo>
                  <a:lnTo>
                    <a:pt x="8131302" y="13754"/>
                  </a:lnTo>
                  <a:lnTo>
                    <a:pt x="8085785" y="3530"/>
                  </a:lnTo>
                  <a:lnTo>
                    <a:pt x="8038084" y="0"/>
                  </a:lnTo>
                  <a:lnTo>
                    <a:pt x="1435989" y="0"/>
                  </a:lnTo>
                  <a:lnTo>
                    <a:pt x="1435989" y="303657"/>
                  </a:lnTo>
                  <a:lnTo>
                    <a:pt x="1435989" y="320040"/>
                  </a:lnTo>
                  <a:lnTo>
                    <a:pt x="1428496" y="326390"/>
                  </a:lnTo>
                  <a:lnTo>
                    <a:pt x="1169035" y="326390"/>
                  </a:lnTo>
                  <a:lnTo>
                    <a:pt x="1162812" y="318770"/>
                  </a:lnTo>
                  <a:lnTo>
                    <a:pt x="1162812" y="302387"/>
                  </a:lnTo>
                  <a:lnTo>
                    <a:pt x="1170305" y="296037"/>
                  </a:lnTo>
                  <a:lnTo>
                    <a:pt x="1429766" y="296037"/>
                  </a:lnTo>
                  <a:lnTo>
                    <a:pt x="1435989" y="303657"/>
                  </a:lnTo>
                  <a:lnTo>
                    <a:pt x="1435989" y="0"/>
                  </a:lnTo>
                  <a:lnTo>
                    <a:pt x="998220" y="0"/>
                  </a:lnTo>
                  <a:lnTo>
                    <a:pt x="998220" y="208788"/>
                  </a:lnTo>
                  <a:lnTo>
                    <a:pt x="998220" y="451612"/>
                  </a:lnTo>
                  <a:lnTo>
                    <a:pt x="991997" y="459232"/>
                  </a:lnTo>
                  <a:lnTo>
                    <a:pt x="769239" y="459232"/>
                  </a:lnTo>
                  <a:lnTo>
                    <a:pt x="761619" y="452882"/>
                  </a:lnTo>
                  <a:lnTo>
                    <a:pt x="761619" y="418719"/>
                  </a:lnTo>
                  <a:lnTo>
                    <a:pt x="727456" y="418719"/>
                  </a:lnTo>
                  <a:lnTo>
                    <a:pt x="721233" y="412369"/>
                  </a:lnTo>
                  <a:lnTo>
                    <a:pt x="721233" y="169545"/>
                  </a:lnTo>
                  <a:lnTo>
                    <a:pt x="727417" y="161975"/>
                  </a:lnTo>
                  <a:lnTo>
                    <a:pt x="950252" y="161975"/>
                  </a:lnTo>
                  <a:lnTo>
                    <a:pt x="957834" y="168275"/>
                  </a:lnTo>
                  <a:lnTo>
                    <a:pt x="957834" y="202438"/>
                  </a:lnTo>
                  <a:lnTo>
                    <a:pt x="990727" y="202438"/>
                  </a:lnTo>
                  <a:lnTo>
                    <a:pt x="998220" y="208788"/>
                  </a:lnTo>
                  <a:lnTo>
                    <a:pt x="998220" y="0"/>
                  </a:lnTo>
                  <a:lnTo>
                    <a:pt x="557911" y="0"/>
                  </a:lnTo>
                  <a:lnTo>
                    <a:pt x="557911" y="170815"/>
                  </a:lnTo>
                  <a:lnTo>
                    <a:pt x="557911" y="179705"/>
                  </a:lnTo>
                  <a:lnTo>
                    <a:pt x="552958" y="185928"/>
                  </a:lnTo>
                  <a:lnTo>
                    <a:pt x="440309" y="310007"/>
                  </a:lnTo>
                  <a:lnTo>
                    <a:pt x="552958" y="433959"/>
                  </a:lnTo>
                  <a:lnTo>
                    <a:pt x="556260" y="439280"/>
                  </a:lnTo>
                  <a:lnTo>
                    <a:pt x="556983" y="445173"/>
                  </a:lnTo>
                  <a:lnTo>
                    <a:pt x="555383" y="450824"/>
                  </a:lnTo>
                  <a:lnTo>
                    <a:pt x="551688" y="455422"/>
                  </a:lnTo>
                  <a:lnTo>
                    <a:pt x="549148" y="457962"/>
                  </a:lnTo>
                  <a:lnTo>
                    <a:pt x="545338" y="459232"/>
                  </a:lnTo>
                  <a:lnTo>
                    <a:pt x="537718" y="459232"/>
                  </a:lnTo>
                  <a:lnTo>
                    <a:pt x="532638" y="457962"/>
                  </a:lnTo>
                  <a:lnTo>
                    <a:pt x="530098" y="454152"/>
                  </a:lnTo>
                  <a:lnTo>
                    <a:pt x="420116" y="332740"/>
                  </a:lnTo>
                  <a:lnTo>
                    <a:pt x="310007" y="455422"/>
                  </a:lnTo>
                  <a:lnTo>
                    <a:pt x="307467" y="459232"/>
                  </a:lnTo>
                  <a:lnTo>
                    <a:pt x="302374" y="460502"/>
                  </a:lnTo>
                  <a:lnTo>
                    <a:pt x="294767" y="460502"/>
                  </a:lnTo>
                  <a:lnTo>
                    <a:pt x="290957" y="459232"/>
                  </a:lnTo>
                  <a:lnTo>
                    <a:pt x="288417" y="456692"/>
                  </a:lnTo>
                  <a:lnTo>
                    <a:pt x="282194" y="450342"/>
                  </a:lnTo>
                  <a:lnTo>
                    <a:pt x="282194" y="440309"/>
                  </a:lnTo>
                  <a:lnTo>
                    <a:pt x="287147" y="433959"/>
                  </a:lnTo>
                  <a:lnTo>
                    <a:pt x="399796" y="310007"/>
                  </a:lnTo>
                  <a:lnTo>
                    <a:pt x="287147" y="185928"/>
                  </a:lnTo>
                  <a:lnTo>
                    <a:pt x="283845" y="180670"/>
                  </a:lnTo>
                  <a:lnTo>
                    <a:pt x="283108" y="174777"/>
                  </a:lnTo>
                  <a:lnTo>
                    <a:pt x="284708" y="169087"/>
                  </a:lnTo>
                  <a:lnTo>
                    <a:pt x="288417" y="164465"/>
                  </a:lnTo>
                  <a:lnTo>
                    <a:pt x="293751" y="161099"/>
                  </a:lnTo>
                  <a:lnTo>
                    <a:pt x="299681" y="160337"/>
                  </a:lnTo>
                  <a:lnTo>
                    <a:pt x="305371" y="161975"/>
                  </a:lnTo>
                  <a:lnTo>
                    <a:pt x="310007" y="165735"/>
                  </a:lnTo>
                  <a:lnTo>
                    <a:pt x="420116" y="287147"/>
                  </a:lnTo>
                  <a:lnTo>
                    <a:pt x="530098" y="165735"/>
                  </a:lnTo>
                  <a:lnTo>
                    <a:pt x="535495" y="160337"/>
                  </a:lnTo>
                  <a:lnTo>
                    <a:pt x="536448" y="159385"/>
                  </a:lnTo>
                  <a:lnTo>
                    <a:pt x="545338" y="159385"/>
                  </a:lnTo>
                  <a:lnTo>
                    <a:pt x="551688" y="164465"/>
                  </a:lnTo>
                  <a:lnTo>
                    <a:pt x="557911" y="170815"/>
                  </a:lnTo>
                  <a:lnTo>
                    <a:pt x="557911" y="0"/>
                  </a:lnTo>
                  <a:lnTo>
                    <a:pt x="322567" y="0"/>
                  </a:lnTo>
                  <a:lnTo>
                    <a:pt x="274485" y="3530"/>
                  </a:lnTo>
                  <a:lnTo>
                    <a:pt x="274739" y="3530"/>
                  </a:lnTo>
                  <a:lnTo>
                    <a:pt x="228892" y="13754"/>
                  </a:lnTo>
                  <a:lnTo>
                    <a:pt x="229082" y="13754"/>
                  </a:lnTo>
                  <a:lnTo>
                    <a:pt x="186512" y="29959"/>
                  </a:lnTo>
                  <a:lnTo>
                    <a:pt x="146862" y="51943"/>
                  </a:lnTo>
                  <a:lnTo>
                    <a:pt x="110871" y="79082"/>
                  </a:lnTo>
                  <a:lnTo>
                    <a:pt x="79070" y="110883"/>
                  </a:lnTo>
                  <a:lnTo>
                    <a:pt x="51930" y="146875"/>
                  </a:lnTo>
                  <a:lnTo>
                    <a:pt x="29946" y="186524"/>
                  </a:lnTo>
                  <a:lnTo>
                    <a:pt x="13639" y="229362"/>
                  </a:lnTo>
                  <a:lnTo>
                    <a:pt x="3492" y="274878"/>
                  </a:lnTo>
                  <a:lnTo>
                    <a:pt x="0" y="322580"/>
                  </a:lnTo>
                  <a:lnTo>
                    <a:pt x="0" y="588264"/>
                  </a:lnTo>
                  <a:lnTo>
                    <a:pt x="8360664" y="588264"/>
                  </a:lnTo>
                  <a:lnTo>
                    <a:pt x="8360664" y="460502"/>
                  </a:lnTo>
                  <a:lnTo>
                    <a:pt x="8360664" y="459232"/>
                  </a:lnTo>
                  <a:lnTo>
                    <a:pt x="8360664" y="326390"/>
                  </a:lnTo>
                  <a:lnTo>
                    <a:pt x="8360664" y="32258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38071" y="1853184"/>
              <a:ext cx="8361045" cy="5041900"/>
            </a:xfrm>
            <a:custGeom>
              <a:avLst/>
              <a:gdLst/>
              <a:ahLst/>
              <a:cxnLst/>
              <a:rect l="l" t="t" r="r" b="b"/>
              <a:pathLst>
                <a:path w="8361045" h="5041900">
                  <a:moveTo>
                    <a:pt x="8360664" y="0"/>
                  </a:moveTo>
                  <a:lnTo>
                    <a:pt x="0" y="0"/>
                  </a:lnTo>
                  <a:lnTo>
                    <a:pt x="0" y="5041391"/>
                  </a:lnTo>
                  <a:lnTo>
                    <a:pt x="8360664" y="5041391"/>
                  </a:lnTo>
                  <a:lnTo>
                    <a:pt x="8360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38071" y="1853184"/>
              <a:ext cx="8361045" cy="5041900"/>
            </a:xfrm>
            <a:custGeom>
              <a:avLst/>
              <a:gdLst/>
              <a:ahLst/>
              <a:cxnLst/>
              <a:rect l="l" t="t" r="r" b="b"/>
              <a:pathLst>
                <a:path w="8361045" h="5041900">
                  <a:moveTo>
                    <a:pt x="0" y="5041391"/>
                  </a:moveTo>
                  <a:lnTo>
                    <a:pt x="8360664" y="5041391"/>
                  </a:lnTo>
                  <a:lnTo>
                    <a:pt x="8360664" y="0"/>
                  </a:lnTo>
                  <a:lnTo>
                    <a:pt x="0" y="0"/>
                  </a:lnTo>
                  <a:lnTo>
                    <a:pt x="0" y="504139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8071" y="6925056"/>
              <a:ext cx="8361045" cy="573405"/>
            </a:xfrm>
            <a:custGeom>
              <a:avLst/>
              <a:gdLst/>
              <a:ahLst/>
              <a:cxnLst/>
              <a:rect l="l" t="t" r="r" b="b"/>
              <a:pathLst>
                <a:path w="8361045" h="573404">
                  <a:moveTo>
                    <a:pt x="8360663" y="0"/>
                  </a:moveTo>
                  <a:lnTo>
                    <a:pt x="0" y="0"/>
                  </a:lnTo>
                  <a:lnTo>
                    <a:pt x="0" y="249809"/>
                  </a:lnTo>
                  <a:lnTo>
                    <a:pt x="3494" y="297326"/>
                  </a:lnTo>
                  <a:lnTo>
                    <a:pt x="13645" y="342760"/>
                  </a:lnTo>
                  <a:lnTo>
                    <a:pt x="29956" y="385597"/>
                  </a:lnTo>
                  <a:lnTo>
                    <a:pt x="51931" y="425322"/>
                  </a:lnTo>
                  <a:lnTo>
                    <a:pt x="79169" y="461518"/>
                  </a:lnTo>
                  <a:lnTo>
                    <a:pt x="110882" y="493377"/>
                  </a:lnTo>
                  <a:lnTo>
                    <a:pt x="146864" y="520677"/>
                  </a:lnTo>
                  <a:lnTo>
                    <a:pt x="186522" y="542807"/>
                  </a:lnTo>
                  <a:lnTo>
                    <a:pt x="229627" y="559354"/>
                  </a:lnTo>
                  <a:lnTo>
                    <a:pt x="229817" y="559354"/>
                  </a:lnTo>
                  <a:lnTo>
                    <a:pt x="275004" y="569523"/>
                  </a:lnTo>
                  <a:lnTo>
                    <a:pt x="275264" y="569523"/>
                  </a:lnTo>
                  <a:lnTo>
                    <a:pt x="322579" y="573024"/>
                  </a:lnTo>
                  <a:lnTo>
                    <a:pt x="8036813" y="573024"/>
                  </a:lnTo>
                  <a:lnTo>
                    <a:pt x="8084546" y="569523"/>
                  </a:lnTo>
                  <a:lnTo>
                    <a:pt x="8130145" y="559354"/>
                  </a:lnTo>
                  <a:lnTo>
                    <a:pt x="8173103" y="543013"/>
                  </a:lnTo>
                  <a:lnTo>
                    <a:pt x="8212910" y="520998"/>
                  </a:lnTo>
                  <a:lnTo>
                    <a:pt x="8249060" y="493806"/>
                  </a:lnTo>
                  <a:lnTo>
                    <a:pt x="8281043" y="461935"/>
                  </a:lnTo>
                  <a:lnTo>
                    <a:pt x="8281359" y="461518"/>
                  </a:lnTo>
                  <a:lnTo>
                    <a:pt x="791972" y="461518"/>
                  </a:lnTo>
                  <a:lnTo>
                    <a:pt x="745655" y="455248"/>
                  </a:lnTo>
                  <a:lnTo>
                    <a:pt x="703970" y="437566"/>
                  </a:lnTo>
                  <a:lnTo>
                    <a:pt x="668607" y="410162"/>
                  </a:lnTo>
                  <a:lnTo>
                    <a:pt x="668055" y="409448"/>
                  </a:lnTo>
                  <a:lnTo>
                    <a:pt x="414909" y="409448"/>
                  </a:lnTo>
                  <a:lnTo>
                    <a:pt x="193547" y="297942"/>
                  </a:lnTo>
                  <a:lnTo>
                    <a:pt x="189737" y="292862"/>
                  </a:lnTo>
                  <a:lnTo>
                    <a:pt x="189737" y="280162"/>
                  </a:lnTo>
                  <a:lnTo>
                    <a:pt x="193547" y="275082"/>
                  </a:lnTo>
                  <a:lnTo>
                    <a:pt x="412369" y="166116"/>
                  </a:lnTo>
                  <a:lnTo>
                    <a:pt x="418242" y="164449"/>
                  </a:lnTo>
                  <a:lnTo>
                    <a:pt x="667382" y="164449"/>
                  </a:lnTo>
                  <a:lnTo>
                    <a:pt x="668607" y="162861"/>
                  </a:lnTo>
                  <a:lnTo>
                    <a:pt x="703970" y="135457"/>
                  </a:lnTo>
                  <a:lnTo>
                    <a:pt x="745655" y="117775"/>
                  </a:lnTo>
                  <a:lnTo>
                    <a:pt x="791972" y="111506"/>
                  </a:lnTo>
                  <a:lnTo>
                    <a:pt x="8360663" y="111506"/>
                  </a:lnTo>
                  <a:lnTo>
                    <a:pt x="8360663" y="0"/>
                  </a:lnTo>
                  <a:close/>
                </a:path>
                <a:path w="8361045" h="573404">
                  <a:moveTo>
                    <a:pt x="8360663" y="111506"/>
                  </a:moveTo>
                  <a:lnTo>
                    <a:pt x="2654045" y="111506"/>
                  </a:lnTo>
                  <a:lnTo>
                    <a:pt x="2700268" y="117775"/>
                  </a:lnTo>
                  <a:lnTo>
                    <a:pt x="2741718" y="135457"/>
                  </a:lnTo>
                  <a:lnTo>
                    <a:pt x="2776775" y="162861"/>
                  </a:lnTo>
                  <a:lnTo>
                    <a:pt x="2803821" y="198298"/>
                  </a:lnTo>
                  <a:lnTo>
                    <a:pt x="2821236" y="240078"/>
                  </a:lnTo>
                  <a:lnTo>
                    <a:pt x="2827401" y="286512"/>
                  </a:lnTo>
                  <a:lnTo>
                    <a:pt x="2821142" y="332945"/>
                  </a:lnTo>
                  <a:lnTo>
                    <a:pt x="2803492" y="374725"/>
                  </a:lnTo>
                  <a:lnTo>
                    <a:pt x="2776140" y="410162"/>
                  </a:lnTo>
                  <a:lnTo>
                    <a:pt x="2740777" y="437566"/>
                  </a:lnTo>
                  <a:lnTo>
                    <a:pt x="2699092" y="455248"/>
                  </a:lnTo>
                  <a:lnTo>
                    <a:pt x="2652776" y="461518"/>
                  </a:lnTo>
                  <a:lnTo>
                    <a:pt x="8281359" y="461518"/>
                  </a:lnTo>
                  <a:lnTo>
                    <a:pt x="8308351" y="425883"/>
                  </a:lnTo>
                  <a:lnTo>
                    <a:pt x="8318209" y="408178"/>
                  </a:lnTo>
                  <a:lnTo>
                    <a:pt x="7934325" y="408178"/>
                  </a:lnTo>
                  <a:lnTo>
                    <a:pt x="7929245" y="404368"/>
                  </a:lnTo>
                  <a:lnTo>
                    <a:pt x="7926705" y="399288"/>
                  </a:lnTo>
                  <a:lnTo>
                    <a:pt x="7925091" y="393309"/>
                  </a:lnTo>
                  <a:lnTo>
                    <a:pt x="7925708" y="387969"/>
                  </a:lnTo>
                  <a:lnTo>
                    <a:pt x="7925800" y="387175"/>
                  </a:lnTo>
                  <a:lnTo>
                    <a:pt x="7928865" y="381732"/>
                  </a:lnTo>
                  <a:lnTo>
                    <a:pt x="7934325" y="377825"/>
                  </a:lnTo>
                  <a:lnTo>
                    <a:pt x="8120253" y="285242"/>
                  </a:lnTo>
                  <a:lnTo>
                    <a:pt x="7934325" y="192659"/>
                  </a:lnTo>
                  <a:lnTo>
                    <a:pt x="7929401" y="188930"/>
                  </a:lnTo>
                  <a:lnTo>
                    <a:pt x="7926276" y="183784"/>
                  </a:lnTo>
                  <a:lnTo>
                    <a:pt x="7925270" y="177710"/>
                  </a:lnTo>
                  <a:lnTo>
                    <a:pt x="7926705" y="171196"/>
                  </a:lnTo>
                  <a:lnTo>
                    <a:pt x="7930435" y="166254"/>
                  </a:lnTo>
                  <a:lnTo>
                    <a:pt x="7935594" y="163099"/>
                  </a:lnTo>
                  <a:lnTo>
                    <a:pt x="7941706" y="162087"/>
                  </a:lnTo>
                  <a:lnTo>
                    <a:pt x="8360663" y="162087"/>
                  </a:lnTo>
                  <a:lnTo>
                    <a:pt x="8360663" y="111506"/>
                  </a:lnTo>
                  <a:close/>
                </a:path>
                <a:path w="8361045" h="573404">
                  <a:moveTo>
                    <a:pt x="667382" y="164449"/>
                  </a:moveTo>
                  <a:lnTo>
                    <a:pt x="418242" y="164449"/>
                  </a:lnTo>
                  <a:lnTo>
                    <a:pt x="424116" y="165163"/>
                  </a:lnTo>
                  <a:lnTo>
                    <a:pt x="429514" y="168259"/>
                  </a:lnTo>
                  <a:lnTo>
                    <a:pt x="433959" y="173736"/>
                  </a:lnTo>
                  <a:lnTo>
                    <a:pt x="436498" y="179959"/>
                  </a:lnTo>
                  <a:lnTo>
                    <a:pt x="433959" y="190119"/>
                  </a:lnTo>
                  <a:lnTo>
                    <a:pt x="240411" y="286512"/>
                  </a:lnTo>
                  <a:lnTo>
                    <a:pt x="426339" y="379095"/>
                  </a:lnTo>
                  <a:lnTo>
                    <a:pt x="431262" y="382823"/>
                  </a:lnTo>
                  <a:lnTo>
                    <a:pt x="434387" y="387969"/>
                  </a:lnTo>
                  <a:lnTo>
                    <a:pt x="435272" y="393309"/>
                  </a:lnTo>
                  <a:lnTo>
                    <a:pt x="435393" y="394043"/>
                  </a:lnTo>
                  <a:lnTo>
                    <a:pt x="433959" y="400558"/>
                  </a:lnTo>
                  <a:lnTo>
                    <a:pt x="431419" y="405638"/>
                  </a:lnTo>
                  <a:lnTo>
                    <a:pt x="425069" y="409448"/>
                  </a:lnTo>
                  <a:lnTo>
                    <a:pt x="668055" y="409448"/>
                  </a:lnTo>
                  <a:lnTo>
                    <a:pt x="641255" y="374725"/>
                  </a:lnTo>
                  <a:lnTo>
                    <a:pt x="623605" y="332945"/>
                  </a:lnTo>
                  <a:lnTo>
                    <a:pt x="617347" y="286512"/>
                  </a:lnTo>
                  <a:lnTo>
                    <a:pt x="623605" y="240078"/>
                  </a:lnTo>
                  <a:lnTo>
                    <a:pt x="641255" y="198298"/>
                  </a:lnTo>
                  <a:lnTo>
                    <a:pt x="667382" y="164449"/>
                  </a:lnTo>
                  <a:close/>
                </a:path>
                <a:path w="8361045" h="573404">
                  <a:moveTo>
                    <a:pt x="8360663" y="162087"/>
                  </a:moveTo>
                  <a:lnTo>
                    <a:pt x="7941706" y="162087"/>
                  </a:lnTo>
                  <a:lnTo>
                    <a:pt x="7948295" y="163576"/>
                  </a:lnTo>
                  <a:lnTo>
                    <a:pt x="8162035" y="270002"/>
                  </a:lnTo>
                  <a:lnTo>
                    <a:pt x="8167116" y="275082"/>
                  </a:lnTo>
                  <a:lnTo>
                    <a:pt x="8170926" y="281432"/>
                  </a:lnTo>
                  <a:lnTo>
                    <a:pt x="8170926" y="292862"/>
                  </a:lnTo>
                  <a:lnTo>
                    <a:pt x="8167116" y="297942"/>
                  </a:lnTo>
                  <a:lnTo>
                    <a:pt x="7945755" y="408178"/>
                  </a:lnTo>
                  <a:lnTo>
                    <a:pt x="8318209" y="408178"/>
                  </a:lnTo>
                  <a:lnTo>
                    <a:pt x="8346907" y="343224"/>
                  </a:lnTo>
                  <a:lnTo>
                    <a:pt x="8357066" y="297942"/>
                  </a:lnTo>
                  <a:lnTo>
                    <a:pt x="8360663" y="249809"/>
                  </a:lnTo>
                  <a:lnTo>
                    <a:pt x="8360663" y="162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07591" y="8037576"/>
            <a:ext cx="15405100" cy="1222375"/>
            <a:chOff x="1307591" y="8037576"/>
            <a:chExt cx="15405100" cy="1222375"/>
          </a:xfrm>
        </p:grpSpPr>
        <p:sp>
          <p:nvSpPr>
            <p:cNvPr id="16" name="object 16"/>
            <p:cNvSpPr/>
            <p:nvPr/>
          </p:nvSpPr>
          <p:spPr>
            <a:xfrm>
              <a:off x="1322831" y="8055864"/>
              <a:ext cx="15373985" cy="1186180"/>
            </a:xfrm>
            <a:custGeom>
              <a:avLst/>
              <a:gdLst/>
              <a:ahLst/>
              <a:cxnLst/>
              <a:rect l="l" t="t" r="r" b="b"/>
              <a:pathLst>
                <a:path w="15373985" h="1186179">
                  <a:moveTo>
                    <a:pt x="15325979" y="0"/>
                  </a:moveTo>
                  <a:lnTo>
                    <a:pt x="47498" y="0"/>
                  </a:lnTo>
                  <a:lnTo>
                    <a:pt x="29092" y="3760"/>
                  </a:lnTo>
                  <a:lnTo>
                    <a:pt x="13985" y="13985"/>
                  </a:lnTo>
                  <a:lnTo>
                    <a:pt x="3760" y="29092"/>
                  </a:lnTo>
                  <a:lnTo>
                    <a:pt x="0" y="47498"/>
                  </a:lnTo>
                  <a:lnTo>
                    <a:pt x="0" y="1138212"/>
                  </a:lnTo>
                  <a:lnTo>
                    <a:pt x="3760" y="1156595"/>
                  </a:lnTo>
                  <a:lnTo>
                    <a:pt x="13985" y="1171690"/>
                  </a:lnTo>
                  <a:lnTo>
                    <a:pt x="29092" y="1181912"/>
                  </a:lnTo>
                  <a:lnTo>
                    <a:pt x="47498" y="1185672"/>
                  </a:lnTo>
                  <a:lnTo>
                    <a:pt x="15326614" y="1185672"/>
                  </a:lnTo>
                  <a:lnTo>
                    <a:pt x="15345009" y="1181901"/>
                  </a:lnTo>
                  <a:lnTo>
                    <a:pt x="15360046" y="1171608"/>
                  </a:lnTo>
                  <a:lnTo>
                    <a:pt x="15370083" y="1156316"/>
                  </a:lnTo>
                  <a:lnTo>
                    <a:pt x="15373477" y="1137551"/>
                  </a:lnTo>
                  <a:lnTo>
                    <a:pt x="15373477" y="47498"/>
                  </a:lnTo>
                  <a:lnTo>
                    <a:pt x="15369716" y="29092"/>
                  </a:lnTo>
                  <a:lnTo>
                    <a:pt x="15359491" y="13985"/>
                  </a:lnTo>
                  <a:lnTo>
                    <a:pt x="15344384" y="3760"/>
                  </a:lnTo>
                  <a:lnTo>
                    <a:pt x="15325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07591" y="8037576"/>
              <a:ext cx="15405100" cy="1222375"/>
            </a:xfrm>
            <a:custGeom>
              <a:avLst/>
              <a:gdLst/>
              <a:ahLst/>
              <a:cxnLst/>
              <a:rect l="l" t="t" r="r" b="b"/>
              <a:pathLst>
                <a:path w="15405100" h="1222375">
                  <a:moveTo>
                    <a:pt x="15340838" y="0"/>
                  </a:moveTo>
                  <a:lnTo>
                    <a:pt x="63754" y="0"/>
                  </a:lnTo>
                  <a:lnTo>
                    <a:pt x="39004" y="5034"/>
                  </a:lnTo>
                  <a:lnTo>
                    <a:pt x="18732" y="18748"/>
                  </a:lnTo>
                  <a:lnTo>
                    <a:pt x="5032" y="39058"/>
                  </a:lnTo>
                  <a:lnTo>
                    <a:pt x="0" y="63881"/>
                  </a:lnTo>
                  <a:lnTo>
                    <a:pt x="0" y="1158316"/>
                  </a:lnTo>
                  <a:lnTo>
                    <a:pt x="5032" y="1183168"/>
                  </a:lnTo>
                  <a:lnTo>
                    <a:pt x="18732" y="1203493"/>
                  </a:lnTo>
                  <a:lnTo>
                    <a:pt x="39004" y="1217212"/>
                  </a:lnTo>
                  <a:lnTo>
                    <a:pt x="63754" y="1222248"/>
                  </a:lnTo>
                  <a:lnTo>
                    <a:pt x="15340838" y="1222248"/>
                  </a:lnTo>
                  <a:lnTo>
                    <a:pt x="15365587" y="1217212"/>
                  </a:lnTo>
                  <a:lnTo>
                    <a:pt x="15385859" y="1203493"/>
                  </a:lnTo>
                  <a:lnTo>
                    <a:pt x="15393882" y="1191590"/>
                  </a:lnTo>
                  <a:lnTo>
                    <a:pt x="63754" y="1191590"/>
                  </a:lnTo>
                  <a:lnTo>
                    <a:pt x="50913" y="1188959"/>
                  </a:lnTo>
                  <a:lnTo>
                    <a:pt x="40370" y="1181801"/>
                  </a:lnTo>
                  <a:lnTo>
                    <a:pt x="33232" y="1171219"/>
                  </a:lnTo>
                  <a:lnTo>
                    <a:pt x="30607" y="1158316"/>
                  </a:lnTo>
                  <a:lnTo>
                    <a:pt x="30607" y="63881"/>
                  </a:lnTo>
                  <a:lnTo>
                    <a:pt x="33232" y="51020"/>
                  </a:lnTo>
                  <a:lnTo>
                    <a:pt x="40370" y="40433"/>
                  </a:lnTo>
                  <a:lnTo>
                    <a:pt x="50913" y="33252"/>
                  </a:lnTo>
                  <a:lnTo>
                    <a:pt x="63754" y="30606"/>
                  </a:lnTo>
                  <a:lnTo>
                    <a:pt x="15393858" y="30606"/>
                  </a:lnTo>
                  <a:lnTo>
                    <a:pt x="15385859" y="18748"/>
                  </a:lnTo>
                  <a:lnTo>
                    <a:pt x="15365587" y="5034"/>
                  </a:lnTo>
                  <a:lnTo>
                    <a:pt x="15340838" y="0"/>
                  </a:lnTo>
                  <a:close/>
                </a:path>
                <a:path w="15405100" h="1222375">
                  <a:moveTo>
                    <a:pt x="15393858" y="30606"/>
                  </a:moveTo>
                  <a:lnTo>
                    <a:pt x="15340838" y="30606"/>
                  </a:lnTo>
                  <a:lnTo>
                    <a:pt x="15353678" y="33252"/>
                  </a:lnTo>
                  <a:lnTo>
                    <a:pt x="15364221" y="40433"/>
                  </a:lnTo>
                  <a:lnTo>
                    <a:pt x="15371359" y="51020"/>
                  </a:lnTo>
                  <a:lnTo>
                    <a:pt x="15373985" y="63881"/>
                  </a:lnTo>
                  <a:lnTo>
                    <a:pt x="15373985" y="1158316"/>
                  </a:lnTo>
                  <a:lnTo>
                    <a:pt x="15371359" y="1171219"/>
                  </a:lnTo>
                  <a:lnTo>
                    <a:pt x="15364221" y="1181801"/>
                  </a:lnTo>
                  <a:lnTo>
                    <a:pt x="15353678" y="1188959"/>
                  </a:lnTo>
                  <a:lnTo>
                    <a:pt x="15340838" y="1191590"/>
                  </a:lnTo>
                  <a:lnTo>
                    <a:pt x="15393882" y="1191590"/>
                  </a:lnTo>
                  <a:lnTo>
                    <a:pt x="15399559" y="1183168"/>
                  </a:lnTo>
                  <a:lnTo>
                    <a:pt x="15404592" y="1158316"/>
                  </a:lnTo>
                  <a:lnTo>
                    <a:pt x="15404592" y="63881"/>
                  </a:lnTo>
                  <a:lnTo>
                    <a:pt x="15399559" y="39058"/>
                  </a:lnTo>
                  <a:lnTo>
                    <a:pt x="15393858" y="30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0209" rIns="0" bIns="0" rtlCol="0">
            <a:spAutoFit/>
          </a:bodyPr>
          <a:lstStyle/>
          <a:p>
            <a:pPr marL="663575">
              <a:lnSpc>
                <a:spcPct val="100000"/>
              </a:lnSpc>
              <a:spcBef>
                <a:spcPts val="3229"/>
              </a:spcBef>
            </a:pP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фишинг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88947" y="8052637"/>
            <a:ext cx="318008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600" spc="-10" dirty="0">
                <a:latin typeface="Tahoma"/>
                <a:cs typeface="Tahoma"/>
              </a:rPr>
              <a:t>Введение</a:t>
            </a:r>
            <a:endParaRPr sz="5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42701" y="2442261"/>
            <a:ext cx="5053965" cy="425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800" dirty="0">
                <a:latin typeface="Tahoma"/>
                <a:cs typeface="Tahoma"/>
              </a:rPr>
              <a:t>На</a:t>
            </a:r>
            <a:r>
              <a:rPr sz="2800" spc="-1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фишинг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может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попасться каждый,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иногда </a:t>
            </a:r>
            <a:r>
              <a:rPr sz="2800" dirty="0">
                <a:latin typeface="Tahoma"/>
                <a:cs typeface="Tahoma"/>
              </a:rPr>
              <a:t>злоумышленники</a:t>
            </a:r>
            <a:r>
              <a:rPr sz="2800" spc="1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создают </a:t>
            </a:r>
            <a:r>
              <a:rPr sz="2800" dirty="0">
                <a:latin typeface="Tahoma"/>
                <a:cs typeface="Tahoma"/>
              </a:rPr>
              <a:t>сайты,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которые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не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отличить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от </a:t>
            </a:r>
            <a:r>
              <a:rPr sz="2800" spc="-10" dirty="0">
                <a:latin typeface="Tahoma"/>
                <a:cs typeface="Tahoma"/>
              </a:rPr>
              <a:t>оригинала.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Tahoma"/>
                <a:cs typeface="Tahoma"/>
              </a:rPr>
              <a:t>Моя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задача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355" dirty="0">
                <a:latin typeface="Tahoma"/>
                <a:cs typeface="Tahoma"/>
              </a:rPr>
              <a:t>—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создание</a:t>
            </a:r>
            <a:endParaRPr sz="2800">
              <a:latin typeface="Tahoma"/>
              <a:cs typeface="Tahoma"/>
            </a:endParaRPr>
          </a:p>
          <a:p>
            <a:pPr marL="12700" marR="1353820">
              <a:lnSpc>
                <a:spcPct val="110000"/>
              </a:lnSpc>
              <a:spcBef>
                <a:spcPts val="25"/>
              </a:spcBef>
            </a:pPr>
            <a:r>
              <a:rPr sz="2800" dirty="0">
                <a:latin typeface="Tahoma"/>
                <a:cs typeface="Tahoma"/>
              </a:rPr>
              <a:t>программы,</a:t>
            </a:r>
            <a:r>
              <a:rPr sz="2800" spc="1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которая </a:t>
            </a:r>
            <a:r>
              <a:rPr sz="2800" spc="-35" dirty="0">
                <a:latin typeface="Tahoma"/>
                <a:cs typeface="Tahoma"/>
              </a:rPr>
              <a:t>подскажет,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какой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сайт </a:t>
            </a:r>
            <a:r>
              <a:rPr sz="2800" spc="-10" dirty="0">
                <a:latin typeface="Tahoma"/>
                <a:cs typeface="Tahoma"/>
              </a:rPr>
              <a:t>фишинговый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6991" y="8287511"/>
            <a:ext cx="722376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7529" y="2595829"/>
            <a:ext cx="5481955" cy="2214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7150" spc="-10" dirty="0"/>
              <a:t>Постановка задачи</a:t>
            </a:r>
            <a:endParaRPr sz="7150"/>
          </a:p>
        </p:txBody>
      </p:sp>
      <p:sp>
        <p:nvSpPr>
          <p:cNvPr id="3" name="object 3"/>
          <p:cNvSpPr txBox="1"/>
          <p:nvPr/>
        </p:nvSpPr>
        <p:spPr>
          <a:xfrm>
            <a:off x="2327529" y="5104361"/>
            <a:ext cx="4994275" cy="3011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105"/>
              </a:spcBef>
            </a:pPr>
            <a:r>
              <a:rPr sz="3600" spc="-55" dirty="0">
                <a:latin typeface="Tahoma"/>
                <a:cs typeface="Tahoma"/>
              </a:rPr>
              <a:t>Для</a:t>
            </a:r>
            <a:r>
              <a:rPr sz="3600" spc="-22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решения</a:t>
            </a:r>
            <a:r>
              <a:rPr sz="3600" spc="90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проблемы</a:t>
            </a:r>
            <a:r>
              <a:rPr sz="3600" spc="-15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фишинга</a:t>
            </a:r>
            <a:r>
              <a:rPr sz="3600" spc="-190" dirty="0">
                <a:latin typeface="Tahoma"/>
                <a:cs typeface="Tahoma"/>
              </a:rPr>
              <a:t> </a:t>
            </a:r>
            <a:r>
              <a:rPr sz="3600" spc="-50" dirty="0">
                <a:latin typeface="Tahoma"/>
                <a:cs typeface="Tahoma"/>
              </a:rPr>
              <a:t>в </a:t>
            </a:r>
            <a:r>
              <a:rPr sz="3600" dirty="0">
                <a:latin typeface="Tahoma"/>
                <a:cs typeface="Tahoma"/>
              </a:rPr>
              <a:t>рамках</a:t>
            </a:r>
            <a:r>
              <a:rPr sz="3600" spc="-12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проекта </a:t>
            </a:r>
            <a:r>
              <a:rPr sz="3600" dirty="0">
                <a:latin typeface="Tahoma"/>
                <a:cs typeface="Tahoma"/>
              </a:rPr>
              <a:t>выполнены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следующие шаги: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36607" y="0"/>
            <a:ext cx="8851900" cy="3578860"/>
            <a:chOff x="9436607" y="0"/>
            <a:chExt cx="8851900" cy="3578860"/>
          </a:xfrm>
        </p:grpSpPr>
        <p:sp>
          <p:nvSpPr>
            <p:cNvPr id="5" name="object 5"/>
            <p:cNvSpPr/>
            <p:nvPr/>
          </p:nvSpPr>
          <p:spPr>
            <a:xfrm>
              <a:off x="15075407" y="0"/>
              <a:ext cx="3213100" cy="3578860"/>
            </a:xfrm>
            <a:custGeom>
              <a:avLst/>
              <a:gdLst/>
              <a:ahLst/>
              <a:cxnLst/>
              <a:rect l="l" t="t" r="r" b="b"/>
              <a:pathLst>
                <a:path w="3213100" h="3578860">
                  <a:moveTo>
                    <a:pt x="3147415" y="0"/>
                  </a:moveTo>
                  <a:lnTo>
                    <a:pt x="811936" y="0"/>
                  </a:lnTo>
                  <a:lnTo>
                    <a:pt x="781798" y="22406"/>
                  </a:lnTo>
                  <a:lnTo>
                    <a:pt x="746483" y="49919"/>
                  </a:lnTo>
                  <a:lnTo>
                    <a:pt x="711812" y="78205"/>
                  </a:lnTo>
                  <a:lnTo>
                    <a:pt x="677799" y="107253"/>
                  </a:lnTo>
                  <a:lnTo>
                    <a:pt x="644456" y="137049"/>
                  </a:lnTo>
                  <a:lnTo>
                    <a:pt x="611797" y="167580"/>
                  </a:lnTo>
                  <a:lnTo>
                    <a:pt x="579834" y="198834"/>
                  </a:lnTo>
                  <a:lnTo>
                    <a:pt x="548580" y="230797"/>
                  </a:lnTo>
                  <a:lnTo>
                    <a:pt x="518049" y="263456"/>
                  </a:lnTo>
                  <a:lnTo>
                    <a:pt x="488253" y="296799"/>
                  </a:lnTo>
                  <a:lnTo>
                    <a:pt x="459205" y="330812"/>
                  </a:lnTo>
                  <a:lnTo>
                    <a:pt x="430919" y="365483"/>
                  </a:lnTo>
                  <a:lnTo>
                    <a:pt x="403406" y="400798"/>
                  </a:lnTo>
                  <a:lnTo>
                    <a:pt x="376681" y="436745"/>
                  </a:lnTo>
                  <a:lnTo>
                    <a:pt x="350756" y="473310"/>
                  </a:lnTo>
                  <a:lnTo>
                    <a:pt x="325644" y="510481"/>
                  </a:lnTo>
                  <a:lnTo>
                    <a:pt x="301358" y="548245"/>
                  </a:lnTo>
                  <a:lnTo>
                    <a:pt x="277911" y="586588"/>
                  </a:lnTo>
                  <a:lnTo>
                    <a:pt x="255316" y="625498"/>
                  </a:lnTo>
                  <a:lnTo>
                    <a:pt x="233585" y="664962"/>
                  </a:lnTo>
                  <a:lnTo>
                    <a:pt x="212733" y="704967"/>
                  </a:lnTo>
                  <a:lnTo>
                    <a:pt x="192771" y="745500"/>
                  </a:lnTo>
                  <a:lnTo>
                    <a:pt x="173714" y="786548"/>
                  </a:lnTo>
                  <a:lnTo>
                    <a:pt x="155573" y="828097"/>
                  </a:lnTo>
                  <a:lnTo>
                    <a:pt x="138361" y="870136"/>
                  </a:lnTo>
                  <a:lnTo>
                    <a:pt x="122093" y="912650"/>
                  </a:lnTo>
                  <a:lnTo>
                    <a:pt x="106780" y="955628"/>
                  </a:lnTo>
                  <a:lnTo>
                    <a:pt x="92435" y="999055"/>
                  </a:lnTo>
                  <a:lnTo>
                    <a:pt x="79072" y="1042920"/>
                  </a:lnTo>
                  <a:lnTo>
                    <a:pt x="66704" y="1087209"/>
                  </a:lnTo>
                  <a:lnTo>
                    <a:pt x="55343" y="1131909"/>
                  </a:lnTo>
                  <a:lnTo>
                    <a:pt x="45003" y="1177008"/>
                  </a:lnTo>
                  <a:lnTo>
                    <a:pt x="35696" y="1222491"/>
                  </a:lnTo>
                  <a:lnTo>
                    <a:pt x="27436" y="1268347"/>
                  </a:lnTo>
                  <a:lnTo>
                    <a:pt x="20234" y="1314563"/>
                  </a:lnTo>
                  <a:lnTo>
                    <a:pt x="14106" y="1361125"/>
                  </a:lnTo>
                  <a:lnTo>
                    <a:pt x="9062" y="1408020"/>
                  </a:lnTo>
                  <a:lnTo>
                    <a:pt x="5117" y="1455235"/>
                  </a:lnTo>
                  <a:lnTo>
                    <a:pt x="2282" y="1502759"/>
                  </a:lnTo>
                  <a:lnTo>
                    <a:pt x="572" y="1550576"/>
                  </a:lnTo>
                  <a:lnTo>
                    <a:pt x="0" y="1598676"/>
                  </a:lnTo>
                  <a:lnTo>
                    <a:pt x="572" y="1646775"/>
                  </a:lnTo>
                  <a:lnTo>
                    <a:pt x="2282" y="1694592"/>
                  </a:lnTo>
                  <a:lnTo>
                    <a:pt x="5117" y="1742116"/>
                  </a:lnTo>
                  <a:lnTo>
                    <a:pt x="9062" y="1789331"/>
                  </a:lnTo>
                  <a:lnTo>
                    <a:pt x="14106" y="1836226"/>
                  </a:lnTo>
                  <a:lnTo>
                    <a:pt x="20234" y="1882788"/>
                  </a:lnTo>
                  <a:lnTo>
                    <a:pt x="27436" y="1929004"/>
                  </a:lnTo>
                  <a:lnTo>
                    <a:pt x="35696" y="1974860"/>
                  </a:lnTo>
                  <a:lnTo>
                    <a:pt x="45003" y="2020343"/>
                  </a:lnTo>
                  <a:lnTo>
                    <a:pt x="55343" y="2065442"/>
                  </a:lnTo>
                  <a:lnTo>
                    <a:pt x="66704" y="2110142"/>
                  </a:lnTo>
                  <a:lnTo>
                    <a:pt x="79072" y="2154431"/>
                  </a:lnTo>
                  <a:lnTo>
                    <a:pt x="92435" y="2198296"/>
                  </a:lnTo>
                  <a:lnTo>
                    <a:pt x="106780" y="2241723"/>
                  </a:lnTo>
                  <a:lnTo>
                    <a:pt x="122093" y="2284701"/>
                  </a:lnTo>
                  <a:lnTo>
                    <a:pt x="138361" y="2327215"/>
                  </a:lnTo>
                  <a:lnTo>
                    <a:pt x="155573" y="2369254"/>
                  </a:lnTo>
                  <a:lnTo>
                    <a:pt x="173714" y="2410803"/>
                  </a:lnTo>
                  <a:lnTo>
                    <a:pt x="192771" y="2451851"/>
                  </a:lnTo>
                  <a:lnTo>
                    <a:pt x="212733" y="2492384"/>
                  </a:lnTo>
                  <a:lnTo>
                    <a:pt x="233585" y="2532389"/>
                  </a:lnTo>
                  <a:lnTo>
                    <a:pt x="255316" y="2571853"/>
                  </a:lnTo>
                  <a:lnTo>
                    <a:pt x="277911" y="2610763"/>
                  </a:lnTo>
                  <a:lnTo>
                    <a:pt x="301358" y="2649106"/>
                  </a:lnTo>
                  <a:lnTo>
                    <a:pt x="325644" y="2686870"/>
                  </a:lnTo>
                  <a:lnTo>
                    <a:pt x="350756" y="2724041"/>
                  </a:lnTo>
                  <a:lnTo>
                    <a:pt x="376681" y="2760606"/>
                  </a:lnTo>
                  <a:lnTo>
                    <a:pt x="403406" y="2796553"/>
                  </a:lnTo>
                  <a:lnTo>
                    <a:pt x="430919" y="2831868"/>
                  </a:lnTo>
                  <a:lnTo>
                    <a:pt x="459205" y="2866539"/>
                  </a:lnTo>
                  <a:lnTo>
                    <a:pt x="488253" y="2900552"/>
                  </a:lnTo>
                  <a:lnTo>
                    <a:pt x="518049" y="2933895"/>
                  </a:lnTo>
                  <a:lnTo>
                    <a:pt x="548580" y="2966554"/>
                  </a:lnTo>
                  <a:lnTo>
                    <a:pt x="579834" y="2998517"/>
                  </a:lnTo>
                  <a:lnTo>
                    <a:pt x="611797" y="3029771"/>
                  </a:lnTo>
                  <a:lnTo>
                    <a:pt x="644456" y="3060302"/>
                  </a:lnTo>
                  <a:lnTo>
                    <a:pt x="677799" y="3090098"/>
                  </a:lnTo>
                  <a:lnTo>
                    <a:pt x="711812" y="3119146"/>
                  </a:lnTo>
                  <a:lnTo>
                    <a:pt x="746483" y="3147432"/>
                  </a:lnTo>
                  <a:lnTo>
                    <a:pt x="781798" y="3174945"/>
                  </a:lnTo>
                  <a:lnTo>
                    <a:pt x="817745" y="3201670"/>
                  </a:lnTo>
                  <a:lnTo>
                    <a:pt x="854310" y="3227595"/>
                  </a:lnTo>
                  <a:lnTo>
                    <a:pt x="891481" y="3252707"/>
                  </a:lnTo>
                  <a:lnTo>
                    <a:pt x="929245" y="3276993"/>
                  </a:lnTo>
                  <a:lnTo>
                    <a:pt x="967588" y="3300440"/>
                  </a:lnTo>
                  <a:lnTo>
                    <a:pt x="1006498" y="3323035"/>
                  </a:lnTo>
                  <a:lnTo>
                    <a:pt x="1045962" y="3344766"/>
                  </a:lnTo>
                  <a:lnTo>
                    <a:pt x="1085967" y="3365618"/>
                  </a:lnTo>
                  <a:lnTo>
                    <a:pt x="1126500" y="3385580"/>
                  </a:lnTo>
                  <a:lnTo>
                    <a:pt x="1167548" y="3404637"/>
                  </a:lnTo>
                  <a:lnTo>
                    <a:pt x="1209097" y="3422778"/>
                  </a:lnTo>
                  <a:lnTo>
                    <a:pt x="1251136" y="3439990"/>
                  </a:lnTo>
                  <a:lnTo>
                    <a:pt x="1293650" y="3456258"/>
                  </a:lnTo>
                  <a:lnTo>
                    <a:pt x="1336628" y="3471571"/>
                  </a:lnTo>
                  <a:lnTo>
                    <a:pt x="1380055" y="3485916"/>
                  </a:lnTo>
                  <a:lnTo>
                    <a:pt x="1423920" y="3499279"/>
                  </a:lnTo>
                  <a:lnTo>
                    <a:pt x="1468209" y="3511647"/>
                  </a:lnTo>
                  <a:lnTo>
                    <a:pt x="1512909" y="3523008"/>
                  </a:lnTo>
                  <a:lnTo>
                    <a:pt x="1558008" y="3533348"/>
                  </a:lnTo>
                  <a:lnTo>
                    <a:pt x="1603491" y="3542655"/>
                  </a:lnTo>
                  <a:lnTo>
                    <a:pt x="1649347" y="3550915"/>
                  </a:lnTo>
                  <a:lnTo>
                    <a:pt x="1695563" y="3558117"/>
                  </a:lnTo>
                  <a:lnTo>
                    <a:pt x="1742125" y="3564245"/>
                  </a:lnTo>
                  <a:lnTo>
                    <a:pt x="1789020" y="3569289"/>
                  </a:lnTo>
                  <a:lnTo>
                    <a:pt x="1836235" y="3573234"/>
                  </a:lnTo>
                  <a:lnTo>
                    <a:pt x="1883759" y="3576069"/>
                  </a:lnTo>
                  <a:lnTo>
                    <a:pt x="1931576" y="3577779"/>
                  </a:lnTo>
                  <a:lnTo>
                    <a:pt x="1979676" y="3578352"/>
                  </a:lnTo>
                  <a:lnTo>
                    <a:pt x="2027775" y="3577779"/>
                  </a:lnTo>
                  <a:lnTo>
                    <a:pt x="2075592" y="3576069"/>
                  </a:lnTo>
                  <a:lnTo>
                    <a:pt x="2123116" y="3573234"/>
                  </a:lnTo>
                  <a:lnTo>
                    <a:pt x="2170331" y="3569289"/>
                  </a:lnTo>
                  <a:lnTo>
                    <a:pt x="2217226" y="3564245"/>
                  </a:lnTo>
                  <a:lnTo>
                    <a:pt x="2263788" y="3558117"/>
                  </a:lnTo>
                  <a:lnTo>
                    <a:pt x="2310004" y="3550915"/>
                  </a:lnTo>
                  <a:lnTo>
                    <a:pt x="2355860" y="3542655"/>
                  </a:lnTo>
                  <a:lnTo>
                    <a:pt x="2401343" y="3533348"/>
                  </a:lnTo>
                  <a:lnTo>
                    <a:pt x="2446442" y="3523008"/>
                  </a:lnTo>
                  <a:lnTo>
                    <a:pt x="2491142" y="3511647"/>
                  </a:lnTo>
                  <a:lnTo>
                    <a:pt x="2535431" y="3499279"/>
                  </a:lnTo>
                  <a:lnTo>
                    <a:pt x="2579296" y="3485916"/>
                  </a:lnTo>
                  <a:lnTo>
                    <a:pt x="2622723" y="3471571"/>
                  </a:lnTo>
                  <a:lnTo>
                    <a:pt x="2665701" y="3456258"/>
                  </a:lnTo>
                  <a:lnTo>
                    <a:pt x="2708215" y="3439990"/>
                  </a:lnTo>
                  <a:lnTo>
                    <a:pt x="2750254" y="3422778"/>
                  </a:lnTo>
                  <a:lnTo>
                    <a:pt x="2791803" y="3404637"/>
                  </a:lnTo>
                  <a:lnTo>
                    <a:pt x="2832851" y="3385580"/>
                  </a:lnTo>
                  <a:lnTo>
                    <a:pt x="2873384" y="3365618"/>
                  </a:lnTo>
                  <a:lnTo>
                    <a:pt x="2913389" y="3344766"/>
                  </a:lnTo>
                  <a:lnTo>
                    <a:pt x="2952853" y="3323035"/>
                  </a:lnTo>
                  <a:lnTo>
                    <a:pt x="2991763" y="3300440"/>
                  </a:lnTo>
                  <a:lnTo>
                    <a:pt x="3030106" y="3276993"/>
                  </a:lnTo>
                  <a:lnTo>
                    <a:pt x="3067870" y="3252707"/>
                  </a:lnTo>
                  <a:lnTo>
                    <a:pt x="3105041" y="3227595"/>
                  </a:lnTo>
                  <a:lnTo>
                    <a:pt x="3141606" y="3201670"/>
                  </a:lnTo>
                  <a:lnTo>
                    <a:pt x="3177553" y="3174945"/>
                  </a:lnTo>
                  <a:lnTo>
                    <a:pt x="3212592" y="3147648"/>
                  </a:lnTo>
                  <a:lnTo>
                    <a:pt x="3212592" y="49703"/>
                  </a:lnTo>
                  <a:lnTo>
                    <a:pt x="3177553" y="22406"/>
                  </a:lnTo>
                  <a:lnTo>
                    <a:pt x="3147415" y="0"/>
                  </a:lnTo>
                  <a:close/>
                </a:path>
              </a:pathLst>
            </a:custGeom>
            <a:solidFill>
              <a:srgbClr val="0049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54895" y="1472183"/>
              <a:ext cx="7134859" cy="1365885"/>
            </a:xfrm>
            <a:custGeom>
              <a:avLst/>
              <a:gdLst/>
              <a:ahLst/>
              <a:cxnLst/>
              <a:rect l="l" t="t" r="r" b="b"/>
              <a:pathLst>
                <a:path w="7134859" h="1365885">
                  <a:moveTo>
                    <a:pt x="7079742" y="0"/>
                  </a:moveTo>
                  <a:lnTo>
                    <a:pt x="54863" y="0"/>
                  </a:lnTo>
                  <a:lnTo>
                    <a:pt x="33593" y="4339"/>
                  </a:lnTo>
                  <a:lnTo>
                    <a:pt x="16144" y="16144"/>
                  </a:lnTo>
                  <a:lnTo>
                    <a:pt x="4339" y="33593"/>
                  </a:lnTo>
                  <a:lnTo>
                    <a:pt x="0" y="54864"/>
                  </a:lnTo>
                  <a:lnTo>
                    <a:pt x="0" y="1310640"/>
                  </a:lnTo>
                  <a:lnTo>
                    <a:pt x="4339" y="1331910"/>
                  </a:lnTo>
                  <a:lnTo>
                    <a:pt x="16144" y="1349359"/>
                  </a:lnTo>
                  <a:lnTo>
                    <a:pt x="33593" y="1361164"/>
                  </a:lnTo>
                  <a:lnTo>
                    <a:pt x="54863" y="1365504"/>
                  </a:lnTo>
                  <a:lnTo>
                    <a:pt x="7080504" y="1365504"/>
                  </a:lnTo>
                  <a:lnTo>
                    <a:pt x="7101762" y="1361152"/>
                  </a:lnTo>
                  <a:lnTo>
                    <a:pt x="7119127" y="1349263"/>
                  </a:lnTo>
                  <a:lnTo>
                    <a:pt x="7130706" y="1331589"/>
                  </a:lnTo>
                  <a:lnTo>
                    <a:pt x="7134606" y="1309877"/>
                  </a:lnTo>
                  <a:lnTo>
                    <a:pt x="7134606" y="54864"/>
                  </a:lnTo>
                  <a:lnTo>
                    <a:pt x="7130266" y="33593"/>
                  </a:lnTo>
                  <a:lnTo>
                    <a:pt x="7118461" y="16144"/>
                  </a:lnTo>
                  <a:lnTo>
                    <a:pt x="7101012" y="4339"/>
                  </a:lnTo>
                  <a:lnTo>
                    <a:pt x="7079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36607" y="1453896"/>
              <a:ext cx="7172325" cy="1402080"/>
            </a:xfrm>
            <a:custGeom>
              <a:avLst/>
              <a:gdLst/>
              <a:ahLst/>
              <a:cxnLst/>
              <a:rect l="l" t="t" r="r" b="b"/>
              <a:pathLst>
                <a:path w="7172325" h="1402080">
                  <a:moveTo>
                    <a:pt x="7098411" y="0"/>
                  </a:moveTo>
                  <a:lnTo>
                    <a:pt x="73533" y="0"/>
                  </a:lnTo>
                  <a:lnTo>
                    <a:pt x="44952" y="5792"/>
                  </a:lnTo>
                  <a:lnTo>
                    <a:pt x="21574" y="21574"/>
                  </a:lnTo>
                  <a:lnTo>
                    <a:pt x="5792" y="44952"/>
                  </a:lnTo>
                  <a:lnTo>
                    <a:pt x="0" y="73532"/>
                  </a:lnTo>
                  <a:lnTo>
                    <a:pt x="0" y="1328547"/>
                  </a:lnTo>
                  <a:lnTo>
                    <a:pt x="5792" y="1357127"/>
                  </a:lnTo>
                  <a:lnTo>
                    <a:pt x="21574" y="1380505"/>
                  </a:lnTo>
                  <a:lnTo>
                    <a:pt x="44952" y="1396287"/>
                  </a:lnTo>
                  <a:lnTo>
                    <a:pt x="73533" y="1402079"/>
                  </a:lnTo>
                  <a:lnTo>
                    <a:pt x="7098411" y="1402079"/>
                  </a:lnTo>
                  <a:lnTo>
                    <a:pt x="7126991" y="1396287"/>
                  </a:lnTo>
                  <a:lnTo>
                    <a:pt x="7150369" y="1380505"/>
                  </a:lnTo>
                  <a:lnTo>
                    <a:pt x="7159639" y="1366774"/>
                  </a:lnTo>
                  <a:lnTo>
                    <a:pt x="73533" y="1366774"/>
                  </a:lnTo>
                  <a:lnTo>
                    <a:pt x="58719" y="1363747"/>
                  </a:lnTo>
                  <a:lnTo>
                    <a:pt x="46561" y="1355518"/>
                  </a:lnTo>
                  <a:lnTo>
                    <a:pt x="38332" y="1343360"/>
                  </a:lnTo>
                  <a:lnTo>
                    <a:pt x="35306" y="1328547"/>
                  </a:lnTo>
                  <a:lnTo>
                    <a:pt x="35306" y="73532"/>
                  </a:lnTo>
                  <a:lnTo>
                    <a:pt x="38332" y="58719"/>
                  </a:lnTo>
                  <a:lnTo>
                    <a:pt x="46561" y="46561"/>
                  </a:lnTo>
                  <a:lnTo>
                    <a:pt x="58719" y="38332"/>
                  </a:lnTo>
                  <a:lnTo>
                    <a:pt x="73533" y="35305"/>
                  </a:lnTo>
                  <a:lnTo>
                    <a:pt x="7159639" y="35305"/>
                  </a:lnTo>
                  <a:lnTo>
                    <a:pt x="7150369" y="21574"/>
                  </a:lnTo>
                  <a:lnTo>
                    <a:pt x="7126991" y="5792"/>
                  </a:lnTo>
                  <a:lnTo>
                    <a:pt x="7098411" y="0"/>
                  </a:lnTo>
                  <a:close/>
                </a:path>
                <a:path w="7172325" h="1402080">
                  <a:moveTo>
                    <a:pt x="7159639" y="35305"/>
                  </a:moveTo>
                  <a:lnTo>
                    <a:pt x="7098411" y="35305"/>
                  </a:lnTo>
                  <a:lnTo>
                    <a:pt x="7113224" y="38332"/>
                  </a:lnTo>
                  <a:lnTo>
                    <a:pt x="7125382" y="46561"/>
                  </a:lnTo>
                  <a:lnTo>
                    <a:pt x="7133611" y="58719"/>
                  </a:lnTo>
                  <a:lnTo>
                    <a:pt x="7136638" y="73532"/>
                  </a:lnTo>
                  <a:lnTo>
                    <a:pt x="7136638" y="1328547"/>
                  </a:lnTo>
                  <a:lnTo>
                    <a:pt x="7133611" y="1343360"/>
                  </a:lnTo>
                  <a:lnTo>
                    <a:pt x="7125382" y="1355518"/>
                  </a:lnTo>
                  <a:lnTo>
                    <a:pt x="7113224" y="1363747"/>
                  </a:lnTo>
                  <a:lnTo>
                    <a:pt x="7098411" y="1366774"/>
                  </a:lnTo>
                  <a:lnTo>
                    <a:pt x="7159639" y="1366774"/>
                  </a:lnTo>
                  <a:lnTo>
                    <a:pt x="7166151" y="1357127"/>
                  </a:lnTo>
                  <a:lnTo>
                    <a:pt x="7171944" y="1328547"/>
                  </a:lnTo>
                  <a:lnTo>
                    <a:pt x="7171944" y="73532"/>
                  </a:lnTo>
                  <a:lnTo>
                    <a:pt x="7166151" y="44952"/>
                  </a:lnTo>
                  <a:lnTo>
                    <a:pt x="7159639" y="35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64773" y="1760931"/>
            <a:ext cx="500634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lnSpc>
                <a:spcPct val="108700"/>
              </a:lnSpc>
              <a:spcBef>
                <a:spcPts val="95"/>
              </a:spcBef>
              <a:buFont typeface="Arial MT"/>
              <a:buChar char="•"/>
              <a:tabLst>
                <a:tab pos="265430" algn="l"/>
              </a:tabLst>
            </a:pPr>
            <a:r>
              <a:rPr sz="2300" dirty="0">
                <a:latin typeface="Tahoma"/>
                <a:cs typeface="Tahoma"/>
              </a:rPr>
              <a:t>Выявлена </a:t>
            </a:r>
            <a:r>
              <a:rPr sz="2300" spc="-10" dirty="0">
                <a:latin typeface="Tahoma"/>
                <a:cs typeface="Tahoma"/>
              </a:rPr>
              <a:t>актуальная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проблема</a:t>
            </a:r>
            <a:r>
              <a:rPr sz="2300" spc="-20" dirty="0">
                <a:latin typeface="Tahoma"/>
                <a:cs typeface="Tahoma"/>
              </a:rPr>
              <a:t> </a:t>
            </a:r>
            <a:r>
              <a:rPr sz="2300" spc="240" dirty="0">
                <a:latin typeface="Tahoma"/>
                <a:cs typeface="Tahoma"/>
              </a:rPr>
              <a:t>— </a:t>
            </a:r>
            <a:r>
              <a:rPr sz="2300" dirty="0">
                <a:latin typeface="Tahoma"/>
                <a:cs typeface="Tahoma"/>
              </a:rPr>
              <a:t>рост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фишинговых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атак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в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сети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436607" y="1755648"/>
            <a:ext cx="7172325" cy="2844165"/>
            <a:chOff x="9436607" y="1755648"/>
            <a:chExt cx="7172325" cy="284416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7023" y="1755648"/>
              <a:ext cx="496824" cy="4968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454895" y="3084576"/>
              <a:ext cx="7134859" cy="1493520"/>
            </a:xfrm>
            <a:custGeom>
              <a:avLst/>
              <a:gdLst/>
              <a:ahLst/>
              <a:cxnLst/>
              <a:rect l="l" t="t" r="r" b="b"/>
              <a:pathLst>
                <a:path w="7134859" h="1493520">
                  <a:moveTo>
                    <a:pt x="7079742" y="0"/>
                  </a:moveTo>
                  <a:lnTo>
                    <a:pt x="54863" y="0"/>
                  </a:lnTo>
                  <a:lnTo>
                    <a:pt x="33593" y="4339"/>
                  </a:lnTo>
                  <a:lnTo>
                    <a:pt x="16144" y="16144"/>
                  </a:lnTo>
                  <a:lnTo>
                    <a:pt x="4339" y="33593"/>
                  </a:lnTo>
                  <a:lnTo>
                    <a:pt x="0" y="54864"/>
                  </a:lnTo>
                  <a:lnTo>
                    <a:pt x="0" y="1438656"/>
                  </a:lnTo>
                  <a:lnTo>
                    <a:pt x="4339" y="1459926"/>
                  </a:lnTo>
                  <a:lnTo>
                    <a:pt x="16144" y="1477375"/>
                  </a:lnTo>
                  <a:lnTo>
                    <a:pt x="33593" y="1489180"/>
                  </a:lnTo>
                  <a:lnTo>
                    <a:pt x="54863" y="1493520"/>
                  </a:lnTo>
                  <a:lnTo>
                    <a:pt x="7080504" y="1493520"/>
                  </a:lnTo>
                  <a:lnTo>
                    <a:pt x="7101762" y="1489168"/>
                  </a:lnTo>
                  <a:lnTo>
                    <a:pt x="7119127" y="1477279"/>
                  </a:lnTo>
                  <a:lnTo>
                    <a:pt x="7130706" y="1459605"/>
                  </a:lnTo>
                  <a:lnTo>
                    <a:pt x="7134606" y="1437894"/>
                  </a:lnTo>
                  <a:lnTo>
                    <a:pt x="7134606" y="54864"/>
                  </a:lnTo>
                  <a:lnTo>
                    <a:pt x="7130266" y="33593"/>
                  </a:lnTo>
                  <a:lnTo>
                    <a:pt x="7118461" y="16144"/>
                  </a:lnTo>
                  <a:lnTo>
                    <a:pt x="7101012" y="4339"/>
                  </a:lnTo>
                  <a:lnTo>
                    <a:pt x="7079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36607" y="3066288"/>
              <a:ext cx="7172325" cy="1533525"/>
            </a:xfrm>
            <a:custGeom>
              <a:avLst/>
              <a:gdLst/>
              <a:ahLst/>
              <a:cxnLst/>
              <a:rect l="l" t="t" r="r" b="b"/>
              <a:pathLst>
                <a:path w="7172325" h="1533525">
                  <a:moveTo>
                    <a:pt x="7098411" y="0"/>
                  </a:moveTo>
                  <a:lnTo>
                    <a:pt x="73533" y="0"/>
                  </a:lnTo>
                  <a:lnTo>
                    <a:pt x="44952" y="5794"/>
                  </a:lnTo>
                  <a:lnTo>
                    <a:pt x="21574" y="21589"/>
                  </a:lnTo>
                  <a:lnTo>
                    <a:pt x="5792" y="45005"/>
                  </a:lnTo>
                  <a:lnTo>
                    <a:pt x="0" y="73659"/>
                  </a:lnTo>
                  <a:lnTo>
                    <a:pt x="0" y="1459483"/>
                  </a:lnTo>
                  <a:lnTo>
                    <a:pt x="5792" y="1488138"/>
                  </a:lnTo>
                  <a:lnTo>
                    <a:pt x="21574" y="1511553"/>
                  </a:lnTo>
                  <a:lnTo>
                    <a:pt x="44952" y="1527349"/>
                  </a:lnTo>
                  <a:lnTo>
                    <a:pt x="73533" y="1533143"/>
                  </a:lnTo>
                  <a:lnTo>
                    <a:pt x="7098411" y="1533143"/>
                  </a:lnTo>
                  <a:lnTo>
                    <a:pt x="7126991" y="1527349"/>
                  </a:lnTo>
                  <a:lnTo>
                    <a:pt x="7150369" y="1511553"/>
                  </a:lnTo>
                  <a:lnTo>
                    <a:pt x="7159614" y="1497837"/>
                  </a:lnTo>
                  <a:lnTo>
                    <a:pt x="73533" y="1497837"/>
                  </a:lnTo>
                  <a:lnTo>
                    <a:pt x="58719" y="1494809"/>
                  </a:lnTo>
                  <a:lnTo>
                    <a:pt x="46561" y="1486566"/>
                  </a:lnTo>
                  <a:lnTo>
                    <a:pt x="38332" y="1474370"/>
                  </a:lnTo>
                  <a:lnTo>
                    <a:pt x="35306" y="1459483"/>
                  </a:lnTo>
                  <a:lnTo>
                    <a:pt x="35306" y="73659"/>
                  </a:lnTo>
                  <a:lnTo>
                    <a:pt x="38332" y="58773"/>
                  </a:lnTo>
                  <a:lnTo>
                    <a:pt x="46561" y="46577"/>
                  </a:lnTo>
                  <a:lnTo>
                    <a:pt x="58719" y="38334"/>
                  </a:lnTo>
                  <a:lnTo>
                    <a:pt x="73533" y="35305"/>
                  </a:lnTo>
                  <a:lnTo>
                    <a:pt x="7159614" y="35305"/>
                  </a:lnTo>
                  <a:lnTo>
                    <a:pt x="7150369" y="21589"/>
                  </a:lnTo>
                  <a:lnTo>
                    <a:pt x="7126991" y="5794"/>
                  </a:lnTo>
                  <a:lnTo>
                    <a:pt x="7098411" y="0"/>
                  </a:lnTo>
                  <a:close/>
                </a:path>
                <a:path w="7172325" h="1533525">
                  <a:moveTo>
                    <a:pt x="7159614" y="35305"/>
                  </a:moveTo>
                  <a:lnTo>
                    <a:pt x="7098411" y="35305"/>
                  </a:lnTo>
                  <a:lnTo>
                    <a:pt x="7113224" y="38334"/>
                  </a:lnTo>
                  <a:lnTo>
                    <a:pt x="7125382" y="46577"/>
                  </a:lnTo>
                  <a:lnTo>
                    <a:pt x="7133611" y="58773"/>
                  </a:lnTo>
                  <a:lnTo>
                    <a:pt x="7136638" y="73659"/>
                  </a:lnTo>
                  <a:lnTo>
                    <a:pt x="7136638" y="1459483"/>
                  </a:lnTo>
                  <a:lnTo>
                    <a:pt x="7133611" y="1474370"/>
                  </a:lnTo>
                  <a:lnTo>
                    <a:pt x="7125382" y="1486566"/>
                  </a:lnTo>
                  <a:lnTo>
                    <a:pt x="7113224" y="1494809"/>
                  </a:lnTo>
                  <a:lnTo>
                    <a:pt x="7098411" y="1497837"/>
                  </a:lnTo>
                  <a:lnTo>
                    <a:pt x="7159614" y="1497837"/>
                  </a:lnTo>
                  <a:lnTo>
                    <a:pt x="7166151" y="1488138"/>
                  </a:lnTo>
                  <a:lnTo>
                    <a:pt x="7171944" y="1459483"/>
                  </a:lnTo>
                  <a:lnTo>
                    <a:pt x="7171944" y="73659"/>
                  </a:lnTo>
                  <a:lnTo>
                    <a:pt x="7166151" y="45005"/>
                  </a:lnTo>
                  <a:lnTo>
                    <a:pt x="7159614" y="35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767821" y="3373908"/>
            <a:ext cx="4178935" cy="7874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62255" indent="-249554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62255" algn="l"/>
              </a:tabLst>
            </a:pPr>
            <a:r>
              <a:rPr sz="2300" dirty="0">
                <a:latin typeface="Tahoma"/>
                <a:cs typeface="Tahoma"/>
              </a:rPr>
              <a:t>Определена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цель: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создание</a:t>
            </a:r>
            <a:endParaRPr sz="2300">
              <a:latin typeface="Tahoma"/>
              <a:cs typeface="Tahoma"/>
            </a:endParaRPr>
          </a:p>
          <a:p>
            <a:pPr marL="262255">
              <a:lnSpc>
                <a:spcPct val="100000"/>
              </a:lnSpc>
              <a:spcBef>
                <a:spcPts val="240"/>
              </a:spcBef>
            </a:pPr>
            <a:r>
              <a:rPr sz="2300" dirty="0">
                <a:latin typeface="Tahoma"/>
                <a:cs typeface="Tahoma"/>
              </a:rPr>
              <a:t>программы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для</a:t>
            </a:r>
            <a:r>
              <a:rPr sz="2300" spc="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анализа</a:t>
            </a:r>
            <a:r>
              <a:rPr sz="2300" spc="4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URL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36607" y="3566159"/>
            <a:ext cx="7172325" cy="2832100"/>
            <a:chOff x="9436607" y="3566159"/>
            <a:chExt cx="7172325" cy="28321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7023" y="3566159"/>
              <a:ext cx="496824" cy="493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54895" y="4840223"/>
              <a:ext cx="7134859" cy="1539240"/>
            </a:xfrm>
            <a:custGeom>
              <a:avLst/>
              <a:gdLst/>
              <a:ahLst/>
              <a:cxnLst/>
              <a:rect l="l" t="t" r="r" b="b"/>
              <a:pathLst>
                <a:path w="7134859" h="1539239">
                  <a:moveTo>
                    <a:pt x="7079742" y="0"/>
                  </a:moveTo>
                  <a:lnTo>
                    <a:pt x="54863" y="0"/>
                  </a:lnTo>
                  <a:lnTo>
                    <a:pt x="33593" y="4337"/>
                  </a:lnTo>
                  <a:lnTo>
                    <a:pt x="16144" y="16128"/>
                  </a:lnTo>
                  <a:lnTo>
                    <a:pt x="4339" y="33539"/>
                  </a:lnTo>
                  <a:lnTo>
                    <a:pt x="0" y="54737"/>
                  </a:lnTo>
                  <a:lnTo>
                    <a:pt x="0" y="1484502"/>
                  </a:lnTo>
                  <a:lnTo>
                    <a:pt x="4339" y="1505700"/>
                  </a:lnTo>
                  <a:lnTo>
                    <a:pt x="16144" y="1523111"/>
                  </a:lnTo>
                  <a:lnTo>
                    <a:pt x="33593" y="1534902"/>
                  </a:lnTo>
                  <a:lnTo>
                    <a:pt x="54863" y="1539239"/>
                  </a:lnTo>
                  <a:lnTo>
                    <a:pt x="7080504" y="1539239"/>
                  </a:lnTo>
                  <a:lnTo>
                    <a:pt x="7101762" y="1534890"/>
                  </a:lnTo>
                  <a:lnTo>
                    <a:pt x="7119127" y="1523015"/>
                  </a:lnTo>
                  <a:lnTo>
                    <a:pt x="7130706" y="1505378"/>
                  </a:lnTo>
                  <a:lnTo>
                    <a:pt x="7134606" y="1483740"/>
                  </a:lnTo>
                  <a:lnTo>
                    <a:pt x="7134606" y="54737"/>
                  </a:lnTo>
                  <a:lnTo>
                    <a:pt x="7130266" y="33539"/>
                  </a:lnTo>
                  <a:lnTo>
                    <a:pt x="7118461" y="16128"/>
                  </a:lnTo>
                  <a:lnTo>
                    <a:pt x="7101012" y="4337"/>
                  </a:lnTo>
                  <a:lnTo>
                    <a:pt x="7079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36607" y="4818887"/>
              <a:ext cx="7172325" cy="1579245"/>
            </a:xfrm>
            <a:custGeom>
              <a:avLst/>
              <a:gdLst/>
              <a:ahLst/>
              <a:cxnLst/>
              <a:rect l="l" t="t" r="r" b="b"/>
              <a:pathLst>
                <a:path w="7172325" h="1579245">
                  <a:moveTo>
                    <a:pt x="7098411" y="0"/>
                  </a:moveTo>
                  <a:lnTo>
                    <a:pt x="73533" y="0"/>
                  </a:lnTo>
                  <a:lnTo>
                    <a:pt x="44952" y="5792"/>
                  </a:lnTo>
                  <a:lnTo>
                    <a:pt x="21574" y="21574"/>
                  </a:lnTo>
                  <a:lnTo>
                    <a:pt x="5792" y="44952"/>
                  </a:lnTo>
                  <a:lnTo>
                    <a:pt x="0" y="73533"/>
                  </a:lnTo>
                  <a:lnTo>
                    <a:pt x="0" y="1505331"/>
                  </a:lnTo>
                  <a:lnTo>
                    <a:pt x="5792" y="1533911"/>
                  </a:lnTo>
                  <a:lnTo>
                    <a:pt x="21574" y="1557289"/>
                  </a:lnTo>
                  <a:lnTo>
                    <a:pt x="44952" y="1573071"/>
                  </a:lnTo>
                  <a:lnTo>
                    <a:pt x="73533" y="1578864"/>
                  </a:lnTo>
                  <a:lnTo>
                    <a:pt x="7098411" y="1578864"/>
                  </a:lnTo>
                  <a:lnTo>
                    <a:pt x="7126991" y="1573071"/>
                  </a:lnTo>
                  <a:lnTo>
                    <a:pt x="7150369" y="1557289"/>
                  </a:lnTo>
                  <a:lnTo>
                    <a:pt x="7159639" y="1543558"/>
                  </a:lnTo>
                  <a:lnTo>
                    <a:pt x="73533" y="1543558"/>
                  </a:lnTo>
                  <a:lnTo>
                    <a:pt x="58719" y="1540531"/>
                  </a:lnTo>
                  <a:lnTo>
                    <a:pt x="46561" y="1532302"/>
                  </a:lnTo>
                  <a:lnTo>
                    <a:pt x="38332" y="1520144"/>
                  </a:lnTo>
                  <a:lnTo>
                    <a:pt x="35306" y="1505331"/>
                  </a:lnTo>
                  <a:lnTo>
                    <a:pt x="35306" y="73533"/>
                  </a:lnTo>
                  <a:lnTo>
                    <a:pt x="38332" y="58719"/>
                  </a:lnTo>
                  <a:lnTo>
                    <a:pt x="46561" y="46561"/>
                  </a:lnTo>
                  <a:lnTo>
                    <a:pt x="58719" y="38332"/>
                  </a:lnTo>
                  <a:lnTo>
                    <a:pt x="73533" y="35306"/>
                  </a:lnTo>
                  <a:lnTo>
                    <a:pt x="7159639" y="35306"/>
                  </a:lnTo>
                  <a:lnTo>
                    <a:pt x="7150369" y="21574"/>
                  </a:lnTo>
                  <a:lnTo>
                    <a:pt x="7126991" y="5792"/>
                  </a:lnTo>
                  <a:lnTo>
                    <a:pt x="7098411" y="0"/>
                  </a:lnTo>
                  <a:close/>
                </a:path>
                <a:path w="7172325" h="1579245">
                  <a:moveTo>
                    <a:pt x="7159639" y="35306"/>
                  </a:moveTo>
                  <a:lnTo>
                    <a:pt x="7098411" y="35306"/>
                  </a:lnTo>
                  <a:lnTo>
                    <a:pt x="7113224" y="38332"/>
                  </a:lnTo>
                  <a:lnTo>
                    <a:pt x="7125382" y="46561"/>
                  </a:lnTo>
                  <a:lnTo>
                    <a:pt x="7133611" y="58719"/>
                  </a:lnTo>
                  <a:lnTo>
                    <a:pt x="7136638" y="73533"/>
                  </a:lnTo>
                  <a:lnTo>
                    <a:pt x="7136638" y="1505331"/>
                  </a:lnTo>
                  <a:lnTo>
                    <a:pt x="7133611" y="1520144"/>
                  </a:lnTo>
                  <a:lnTo>
                    <a:pt x="7125382" y="1532302"/>
                  </a:lnTo>
                  <a:lnTo>
                    <a:pt x="7113224" y="1540531"/>
                  </a:lnTo>
                  <a:lnTo>
                    <a:pt x="7098411" y="1543558"/>
                  </a:lnTo>
                  <a:lnTo>
                    <a:pt x="7159639" y="1543558"/>
                  </a:lnTo>
                  <a:lnTo>
                    <a:pt x="7166151" y="1533911"/>
                  </a:lnTo>
                  <a:lnTo>
                    <a:pt x="7171944" y="1505331"/>
                  </a:lnTo>
                  <a:lnTo>
                    <a:pt x="7171944" y="73533"/>
                  </a:lnTo>
                  <a:lnTo>
                    <a:pt x="7166151" y="44952"/>
                  </a:lnTo>
                  <a:lnTo>
                    <a:pt x="7159639" y="353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767821" y="5127192"/>
            <a:ext cx="5237480" cy="788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2255" marR="5080" indent="-250190">
              <a:lnSpc>
                <a:spcPct val="108800"/>
              </a:lnSpc>
              <a:spcBef>
                <a:spcPts val="90"/>
              </a:spcBef>
              <a:buFont typeface="Arial MT"/>
              <a:buChar char="•"/>
              <a:tabLst>
                <a:tab pos="262255" algn="l"/>
              </a:tabLst>
            </a:pPr>
            <a:r>
              <a:rPr sz="2300" dirty="0">
                <a:latin typeface="Tahoma"/>
                <a:cs typeface="Tahoma"/>
              </a:rPr>
              <a:t>Выбраны</a:t>
            </a:r>
            <a:r>
              <a:rPr sz="2300" spc="35" dirty="0">
                <a:latin typeface="Tahoma"/>
                <a:cs typeface="Tahoma"/>
              </a:rPr>
              <a:t> </a:t>
            </a:r>
            <a:r>
              <a:rPr sz="2300" spc="-40" dirty="0">
                <a:latin typeface="Tahoma"/>
                <a:cs typeface="Tahoma"/>
              </a:rPr>
              <a:t>методы:</a:t>
            </a:r>
            <a:r>
              <a:rPr sz="2300" spc="1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анализ</a:t>
            </a:r>
            <a:r>
              <a:rPr sz="2300" spc="1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признаков </a:t>
            </a:r>
            <a:r>
              <a:rPr sz="2300" dirty="0">
                <a:latin typeface="Tahoma"/>
                <a:cs typeface="Tahoma"/>
              </a:rPr>
              <a:t>URL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на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языке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Python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436607" y="5318759"/>
            <a:ext cx="7172325" cy="3164205"/>
            <a:chOff x="9436607" y="5318759"/>
            <a:chExt cx="7172325" cy="316420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7023" y="5318759"/>
              <a:ext cx="496824" cy="4937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454895" y="6629399"/>
              <a:ext cx="7134859" cy="1835150"/>
            </a:xfrm>
            <a:custGeom>
              <a:avLst/>
              <a:gdLst/>
              <a:ahLst/>
              <a:cxnLst/>
              <a:rect l="l" t="t" r="r" b="b"/>
              <a:pathLst>
                <a:path w="7134859" h="1835150">
                  <a:moveTo>
                    <a:pt x="7079742" y="0"/>
                  </a:moveTo>
                  <a:lnTo>
                    <a:pt x="54863" y="0"/>
                  </a:lnTo>
                  <a:lnTo>
                    <a:pt x="33593" y="4339"/>
                  </a:lnTo>
                  <a:lnTo>
                    <a:pt x="16144" y="16144"/>
                  </a:lnTo>
                  <a:lnTo>
                    <a:pt x="4339" y="33593"/>
                  </a:lnTo>
                  <a:lnTo>
                    <a:pt x="0" y="54863"/>
                  </a:lnTo>
                  <a:lnTo>
                    <a:pt x="0" y="1780032"/>
                  </a:lnTo>
                  <a:lnTo>
                    <a:pt x="4339" y="1801302"/>
                  </a:lnTo>
                  <a:lnTo>
                    <a:pt x="16144" y="1818751"/>
                  </a:lnTo>
                  <a:lnTo>
                    <a:pt x="33593" y="1830556"/>
                  </a:lnTo>
                  <a:lnTo>
                    <a:pt x="54863" y="1834895"/>
                  </a:lnTo>
                  <a:lnTo>
                    <a:pt x="7080504" y="1834895"/>
                  </a:lnTo>
                  <a:lnTo>
                    <a:pt x="7101762" y="1830544"/>
                  </a:lnTo>
                  <a:lnTo>
                    <a:pt x="7119127" y="1818655"/>
                  </a:lnTo>
                  <a:lnTo>
                    <a:pt x="7130706" y="1800981"/>
                  </a:lnTo>
                  <a:lnTo>
                    <a:pt x="7134606" y="1779270"/>
                  </a:lnTo>
                  <a:lnTo>
                    <a:pt x="7134606" y="54863"/>
                  </a:lnTo>
                  <a:lnTo>
                    <a:pt x="7130266" y="33593"/>
                  </a:lnTo>
                  <a:lnTo>
                    <a:pt x="7118461" y="16144"/>
                  </a:lnTo>
                  <a:lnTo>
                    <a:pt x="7101012" y="4339"/>
                  </a:lnTo>
                  <a:lnTo>
                    <a:pt x="7079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36607" y="6611111"/>
              <a:ext cx="7172325" cy="1871980"/>
            </a:xfrm>
            <a:custGeom>
              <a:avLst/>
              <a:gdLst/>
              <a:ahLst/>
              <a:cxnLst/>
              <a:rect l="l" t="t" r="r" b="b"/>
              <a:pathLst>
                <a:path w="7172325" h="1871979">
                  <a:moveTo>
                    <a:pt x="7098411" y="0"/>
                  </a:moveTo>
                  <a:lnTo>
                    <a:pt x="73533" y="0"/>
                  </a:lnTo>
                  <a:lnTo>
                    <a:pt x="44952" y="5794"/>
                  </a:lnTo>
                  <a:lnTo>
                    <a:pt x="21574" y="21590"/>
                  </a:lnTo>
                  <a:lnTo>
                    <a:pt x="5792" y="45005"/>
                  </a:lnTo>
                  <a:lnTo>
                    <a:pt x="0" y="73660"/>
                  </a:lnTo>
                  <a:lnTo>
                    <a:pt x="0" y="1797812"/>
                  </a:lnTo>
                  <a:lnTo>
                    <a:pt x="5792" y="1826466"/>
                  </a:lnTo>
                  <a:lnTo>
                    <a:pt x="21574" y="1849882"/>
                  </a:lnTo>
                  <a:lnTo>
                    <a:pt x="44952" y="1865677"/>
                  </a:lnTo>
                  <a:lnTo>
                    <a:pt x="73533" y="1871472"/>
                  </a:lnTo>
                  <a:lnTo>
                    <a:pt x="7098411" y="1871472"/>
                  </a:lnTo>
                  <a:lnTo>
                    <a:pt x="7126991" y="1865677"/>
                  </a:lnTo>
                  <a:lnTo>
                    <a:pt x="7150369" y="1849882"/>
                  </a:lnTo>
                  <a:lnTo>
                    <a:pt x="7159614" y="1836166"/>
                  </a:lnTo>
                  <a:lnTo>
                    <a:pt x="73533" y="1836166"/>
                  </a:lnTo>
                  <a:lnTo>
                    <a:pt x="58719" y="1833137"/>
                  </a:lnTo>
                  <a:lnTo>
                    <a:pt x="46561" y="1824894"/>
                  </a:lnTo>
                  <a:lnTo>
                    <a:pt x="38332" y="1812698"/>
                  </a:lnTo>
                  <a:lnTo>
                    <a:pt x="35306" y="1797812"/>
                  </a:lnTo>
                  <a:lnTo>
                    <a:pt x="35306" y="73660"/>
                  </a:lnTo>
                  <a:lnTo>
                    <a:pt x="38332" y="58773"/>
                  </a:lnTo>
                  <a:lnTo>
                    <a:pt x="46561" y="46577"/>
                  </a:lnTo>
                  <a:lnTo>
                    <a:pt x="58719" y="38334"/>
                  </a:lnTo>
                  <a:lnTo>
                    <a:pt x="73533" y="35306"/>
                  </a:lnTo>
                  <a:lnTo>
                    <a:pt x="7159614" y="35306"/>
                  </a:lnTo>
                  <a:lnTo>
                    <a:pt x="7150369" y="21590"/>
                  </a:lnTo>
                  <a:lnTo>
                    <a:pt x="7126991" y="5794"/>
                  </a:lnTo>
                  <a:lnTo>
                    <a:pt x="7098411" y="0"/>
                  </a:lnTo>
                  <a:close/>
                </a:path>
                <a:path w="7172325" h="1871979">
                  <a:moveTo>
                    <a:pt x="7159614" y="35306"/>
                  </a:moveTo>
                  <a:lnTo>
                    <a:pt x="7098411" y="35306"/>
                  </a:lnTo>
                  <a:lnTo>
                    <a:pt x="7113224" y="38334"/>
                  </a:lnTo>
                  <a:lnTo>
                    <a:pt x="7125382" y="46577"/>
                  </a:lnTo>
                  <a:lnTo>
                    <a:pt x="7133611" y="58773"/>
                  </a:lnTo>
                  <a:lnTo>
                    <a:pt x="7136638" y="73660"/>
                  </a:lnTo>
                  <a:lnTo>
                    <a:pt x="7136638" y="1797812"/>
                  </a:lnTo>
                  <a:lnTo>
                    <a:pt x="7133611" y="1812698"/>
                  </a:lnTo>
                  <a:lnTo>
                    <a:pt x="7125382" y="1824894"/>
                  </a:lnTo>
                  <a:lnTo>
                    <a:pt x="7113224" y="1833137"/>
                  </a:lnTo>
                  <a:lnTo>
                    <a:pt x="7098411" y="1836166"/>
                  </a:lnTo>
                  <a:lnTo>
                    <a:pt x="7159614" y="1836166"/>
                  </a:lnTo>
                  <a:lnTo>
                    <a:pt x="7166151" y="1826466"/>
                  </a:lnTo>
                  <a:lnTo>
                    <a:pt x="7171944" y="1797812"/>
                  </a:lnTo>
                  <a:lnTo>
                    <a:pt x="7171944" y="73660"/>
                  </a:lnTo>
                  <a:lnTo>
                    <a:pt x="7166151" y="45005"/>
                  </a:lnTo>
                  <a:lnTo>
                    <a:pt x="7159614" y="353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764773" y="6918891"/>
            <a:ext cx="5186045" cy="1169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lnSpc>
                <a:spcPct val="108700"/>
              </a:lnSpc>
              <a:spcBef>
                <a:spcPts val="95"/>
              </a:spcBef>
              <a:buFont typeface="Arial MT"/>
              <a:buChar char="•"/>
              <a:tabLst>
                <a:tab pos="265430" algn="l"/>
                <a:tab pos="765810" algn="l"/>
              </a:tabLst>
            </a:pPr>
            <a:r>
              <a:rPr sz="2300" spc="30" dirty="0">
                <a:latin typeface="Tahoma"/>
                <a:cs typeface="Tahoma"/>
              </a:rPr>
              <a:t>1.</a:t>
            </a:r>
            <a:r>
              <a:rPr sz="2300" dirty="0">
                <a:latin typeface="Tahoma"/>
                <a:cs typeface="Tahoma"/>
              </a:rPr>
              <a:t>	Определена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целевая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аудитория: </a:t>
            </a:r>
            <a:r>
              <a:rPr sz="2300" dirty="0">
                <a:latin typeface="Tahoma"/>
                <a:cs typeface="Tahoma"/>
              </a:rPr>
              <a:t>пользователи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интернета, </a:t>
            </a:r>
            <a:r>
              <a:rPr sz="2300" dirty="0">
                <a:latin typeface="Tahoma"/>
                <a:cs typeface="Tahoma"/>
              </a:rPr>
              <a:t>специалисты</a:t>
            </a:r>
            <a:r>
              <a:rPr sz="2300" spc="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по</a:t>
            </a:r>
            <a:r>
              <a:rPr sz="2300" spc="10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ИБ.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7023" y="7306056"/>
            <a:ext cx="496824" cy="493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224" y="1630679"/>
            <a:ext cx="16229076" cy="86624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95509" y="3570935"/>
            <a:ext cx="7307580" cy="393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7700"/>
              </a:lnSpc>
              <a:spcBef>
                <a:spcPts val="95"/>
              </a:spcBef>
            </a:pPr>
            <a:r>
              <a:rPr sz="3400" dirty="0">
                <a:latin typeface="Tahoma"/>
                <a:cs typeface="Tahoma"/>
              </a:rPr>
              <a:t>Программа</a:t>
            </a:r>
            <a:r>
              <a:rPr sz="3400" spc="-15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была</a:t>
            </a:r>
            <a:r>
              <a:rPr sz="3400" spc="-60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протестирована</a:t>
            </a:r>
            <a:r>
              <a:rPr sz="3400" spc="-15" dirty="0">
                <a:latin typeface="Tahoma"/>
                <a:cs typeface="Tahoma"/>
              </a:rPr>
              <a:t> </a:t>
            </a:r>
            <a:r>
              <a:rPr sz="3400" spc="-25" dirty="0">
                <a:latin typeface="Tahoma"/>
                <a:cs typeface="Tahoma"/>
              </a:rPr>
              <a:t>на </a:t>
            </a:r>
            <a:r>
              <a:rPr sz="3400" dirty="0">
                <a:latin typeface="Tahoma"/>
                <a:cs typeface="Tahoma"/>
              </a:rPr>
              <a:t>реальных</a:t>
            </a:r>
            <a:r>
              <a:rPr sz="3400" spc="-114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URL</a:t>
            </a:r>
            <a:r>
              <a:rPr sz="3400" spc="-85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из</a:t>
            </a:r>
            <a:r>
              <a:rPr sz="3400" spc="-105" dirty="0">
                <a:latin typeface="Tahoma"/>
                <a:cs typeface="Tahoma"/>
              </a:rPr>
              <a:t> </a:t>
            </a:r>
            <a:r>
              <a:rPr sz="3400" spc="-30" dirty="0">
                <a:latin typeface="Tahoma"/>
                <a:cs typeface="Tahoma"/>
              </a:rPr>
              <a:t>открытых</a:t>
            </a:r>
            <a:r>
              <a:rPr sz="3400" spc="-120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ссылок</a:t>
            </a:r>
            <a:r>
              <a:rPr sz="3400" spc="-100" dirty="0">
                <a:latin typeface="Tahoma"/>
                <a:cs typeface="Tahoma"/>
              </a:rPr>
              <a:t> </a:t>
            </a:r>
            <a:r>
              <a:rPr sz="3400" spc="-50" dirty="0">
                <a:latin typeface="Tahoma"/>
                <a:cs typeface="Tahoma"/>
              </a:rPr>
              <a:t>в </a:t>
            </a:r>
            <a:r>
              <a:rPr sz="3400" spc="-10" dirty="0">
                <a:latin typeface="Tahoma"/>
                <a:cs typeface="Tahoma"/>
              </a:rPr>
              <a:t>сети.</a:t>
            </a:r>
            <a:endParaRPr sz="3400">
              <a:latin typeface="Tahoma"/>
              <a:cs typeface="Tahoma"/>
            </a:endParaRPr>
          </a:p>
          <a:p>
            <a:pPr marL="82550" marR="71120" algn="ctr">
              <a:lnSpc>
                <a:spcPct val="107900"/>
              </a:lnSpc>
              <a:spcBef>
                <a:spcPts val="15"/>
              </a:spcBef>
            </a:pPr>
            <a:r>
              <a:rPr sz="3400" spc="-35" dirty="0">
                <a:latin typeface="Tahoma"/>
                <a:cs typeface="Tahoma"/>
              </a:rPr>
              <a:t>Точность</a:t>
            </a:r>
            <a:r>
              <a:rPr sz="3400" spc="-135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классификации</a:t>
            </a:r>
            <a:r>
              <a:rPr sz="3400" spc="-175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составила </a:t>
            </a:r>
            <a:r>
              <a:rPr sz="3400" dirty="0">
                <a:latin typeface="Tahoma"/>
                <a:cs typeface="Tahoma"/>
              </a:rPr>
              <a:t>более</a:t>
            </a:r>
            <a:r>
              <a:rPr sz="3400" spc="-165" dirty="0">
                <a:latin typeface="Tahoma"/>
                <a:cs typeface="Tahoma"/>
              </a:rPr>
              <a:t> </a:t>
            </a:r>
            <a:r>
              <a:rPr sz="3400" spc="55" dirty="0">
                <a:latin typeface="Tahoma"/>
                <a:cs typeface="Tahoma"/>
              </a:rPr>
              <a:t>95%,</a:t>
            </a:r>
            <a:r>
              <a:rPr sz="3400" spc="-185" dirty="0">
                <a:latin typeface="Tahoma"/>
                <a:cs typeface="Tahoma"/>
              </a:rPr>
              <a:t> </a:t>
            </a:r>
            <a:r>
              <a:rPr sz="3400" spc="-75" dirty="0">
                <a:latin typeface="Tahoma"/>
                <a:cs typeface="Tahoma"/>
              </a:rPr>
              <a:t>что</a:t>
            </a:r>
            <a:r>
              <a:rPr sz="3400" spc="-165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подтверждает </a:t>
            </a:r>
            <a:r>
              <a:rPr sz="3400" spc="-50" dirty="0">
                <a:latin typeface="Tahoma"/>
                <a:cs typeface="Tahoma"/>
              </a:rPr>
              <a:t>эффективность</a:t>
            </a:r>
            <a:r>
              <a:rPr sz="3400" spc="-185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разработанного решения.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6429" y="4582109"/>
            <a:ext cx="5419725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900" b="1" dirty="0">
                <a:latin typeface="Courier New"/>
                <a:cs typeface="Courier New"/>
              </a:rPr>
              <a:t>Точность</a:t>
            </a:r>
            <a:r>
              <a:rPr sz="5900" b="1" spc="-85" dirty="0">
                <a:latin typeface="Courier New"/>
                <a:cs typeface="Courier New"/>
              </a:rPr>
              <a:t> </a:t>
            </a:r>
            <a:r>
              <a:rPr sz="5900" b="1" spc="-25" dirty="0">
                <a:latin typeface="Courier New"/>
                <a:cs typeface="Courier New"/>
              </a:rPr>
              <a:t>95%</a:t>
            </a:r>
            <a:endParaRPr sz="5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44930" y="1897837"/>
            <a:ext cx="2959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0" dirty="0">
                <a:latin typeface="Tahoma"/>
                <a:cs typeface="Tahoma"/>
              </a:rPr>
              <a:t>Тестирование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89392" y="1935479"/>
            <a:ext cx="588264" cy="588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3988" y="2542420"/>
            <a:ext cx="6762750" cy="650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9000"/>
              </a:lnSpc>
              <a:spcBef>
                <a:spcPts val="105"/>
              </a:spcBef>
            </a:pPr>
            <a:r>
              <a:rPr sz="3900" dirty="0">
                <a:latin typeface="Tahoma"/>
                <a:cs typeface="Tahoma"/>
              </a:rPr>
              <a:t>Достигнута</a:t>
            </a:r>
            <a:r>
              <a:rPr sz="3900" spc="-175" dirty="0">
                <a:latin typeface="Tahoma"/>
                <a:cs typeface="Tahoma"/>
              </a:rPr>
              <a:t> </a:t>
            </a:r>
            <a:r>
              <a:rPr sz="3900" dirty="0">
                <a:latin typeface="Tahoma"/>
                <a:cs typeface="Tahoma"/>
              </a:rPr>
              <a:t>высокая</a:t>
            </a:r>
            <a:r>
              <a:rPr sz="3900" spc="-165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точность </a:t>
            </a:r>
            <a:r>
              <a:rPr sz="3900" dirty="0">
                <a:latin typeface="Tahoma"/>
                <a:cs typeface="Tahoma"/>
              </a:rPr>
              <a:t>классификации,</a:t>
            </a:r>
            <a:r>
              <a:rPr sz="3900" spc="-265" dirty="0">
                <a:latin typeface="Tahoma"/>
                <a:cs typeface="Tahoma"/>
              </a:rPr>
              <a:t> </a:t>
            </a:r>
            <a:r>
              <a:rPr sz="3900" spc="-80" dirty="0">
                <a:latin typeface="Tahoma"/>
                <a:cs typeface="Tahoma"/>
              </a:rPr>
              <a:t>что</a:t>
            </a:r>
            <a:r>
              <a:rPr sz="3900" spc="-215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делает </a:t>
            </a:r>
            <a:r>
              <a:rPr sz="3900" dirty="0">
                <a:latin typeface="Tahoma"/>
                <a:cs typeface="Tahoma"/>
              </a:rPr>
              <a:t>решение</a:t>
            </a:r>
            <a:r>
              <a:rPr sz="3900" spc="25" dirty="0">
                <a:latin typeface="Tahoma"/>
                <a:cs typeface="Tahoma"/>
              </a:rPr>
              <a:t> </a:t>
            </a:r>
            <a:r>
              <a:rPr sz="3900" dirty="0">
                <a:latin typeface="Tahoma"/>
                <a:cs typeface="Tahoma"/>
              </a:rPr>
              <a:t>перспективным</a:t>
            </a:r>
            <a:r>
              <a:rPr sz="3900" spc="45" dirty="0">
                <a:latin typeface="Tahoma"/>
                <a:cs typeface="Tahoma"/>
              </a:rPr>
              <a:t> </a:t>
            </a:r>
            <a:r>
              <a:rPr sz="3900" spc="-25" dirty="0">
                <a:latin typeface="Tahoma"/>
                <a:cs typeface="Tahoma"/>
              </a:rPr>
              <a:t>для </a:t>
            </a:r>
            <a:r>
              <a:rPr sz="3900" dirty="0">
                <a:latin typeface="Tahoma"/>
                <a:cs typeface="Tahoma"/>
              </a:rPr>
              <a:t>использования</a:t>
            </a:r>
            <a:r>
              <a:rPr sz="3900" spc="-85" dirty="0">
                <a:latin typeface="Tahoma"/>
                <a:cs typeface="Tahoma"/>
              </a:rPr>
              <a:t> </a:t>
            </a:r>
            <a:r>
              <a:rPr sz="3900" dirty="0">
                <a:latin typeface="Tahoma"/>
                <a:cs typeface="Tahoma"/>
              </a:rPr>
              <a:t>в</a:t>
            </a:r>
            <a:r>
              <a:rPr sz="3900" spc="30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реальных </a:t>
            </a:r>
            <a:r>
              <a:rPr sz="3900" dirty="0">
                <a:latin typeface="Tahoma"/>
                <a:cs typeface="Tahoma"/>
              </a:rPr>
              <a:t>условиях.</a:t>
            </a:r>
            <a:r>
              <a:rPr sz="3900" spc="-260" dirty="0">
                <a:latin typeface="Tahoma"/>
                <a:cs typeface="Tahoma"/>
              </a:rPr>
              <a:t> </a:t>
            </a:r>
            <a:r>
              <a:rPr sz="3900" spc="114" dirty="0">
                <a:latin typeface="Tahoma"/>
                <a:cs typeface="Tahoma"/>
              </a:rPr>
              <a:t>В</a:t>
            </a:r>
            <a:r>
              <a:rPr sz="3900" spc="-185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будущем </a:t>
            </a:r>
            <a:r>
              <a:rPr sz="3900" dirty="0">
                <a:latin typeface="Tahoma"/>
                <a:cs typeface="Tahoma"/>
              </a:rPr>
              <a:t>планируется</a:t>
            </a:r>
            <a:r>
              <a:rPr sz="3900" spc="-245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добавить </a:t>
            </a:r>
            <a:r>
              <a:rPr sz="3900" spc="-20" dirty="0">
                <a:latin typeface="Tahoma"/>
                <a:cs typeface="Tahoma"/>
              </a:rPr>
              <a:t>функционал</a:t>
            </a:r>
            <a:r>
              <a:rPr sz="3900" spc="-45" dirty="0">
                <a:latin typeface="Tahoma"/>
                <a:cs typeface="Tahoma"/>
              </a:rPr>
              <a:t> </a:t>
            </a:r>
            <a:r>
              <a:rPr sz="3900" dirty="0">
                <a:latin typeface="Tahoma"/>
                <a:cs typeface="Tahoma"/>
              </a:rPr>
              <a:t>интеграции</a:t>
            </a:r>
            <a:r>
              <a:rPr sz="3900" spc="-70" dirty="0">
                <a:latin typeface="Tahoma"/>
                <a:cs typeface="Tahoma"/>
              </a:rPr>
              <a:t> </a:t>
            </a:r>
            <a:r>
              <a:rPr sz="3900" spc="110" dirty="0">
                <a:latin typeface="Tahoma"/>
                <a:cs typeface="Tahoma"/>
              </a:rPr>
              <a:t>с </a:t>
            </a:r>
            <a:r>
              <a:rPr sz="3900" dirty="0">
                <a:latin typeface="Tahoma"/>
                <a:cs typeface="Tahoma"/>
              </a:rPr>
              <a:t>браузерами</a:t>
            </a:r>
            <a:r>
              <a:rPr sz="3900" spc="-70" dirty="0">
                <a:latin typeface="Tahoma"/>
                <a:cs typeface="Tahoma"/>
              </a:rPr>
              <a:t> </a:t>
            </a:r>
            <a:r>
              <a:rPr sz="3900" spc="65" dirty="0">
                <a:latin typeface="Tahoma"/>
                <a:cs typeface="Tahoma"/>
              </a:rPr>
              <a:t>и</a:t>
            </a:r>
            <a:r>
              <a:rPr sz="3900" spc="-5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внедрение </a:t>
            </a:r>
            <a:r>
              <a:rPr sz="3900" spc="-20" dirty="0">
                <a:latin typeface="Tahoma"/>
                <a:cs typeface="Tahoma"/>
              </a:rPr>
              <a:t>дополнительных</a:t>
            </a:r>
            <a:r>
              <a:rPr sz="3900" spc="-225" dirty="0">
                <a:latin typeface="Tahoma"/>
                <a:cs typeface="Tahoma"/>
              </a:rPr>
              <a:t> </a:t>
            </a:r>
            <a:r>
              <a:rPr sz="3900" spc="-10" dirty="0">
                <a:latin typeface="Tahoma"/>
                <a:cs typeface="Tahoma"/>
              </a:rPr>
              <a:t>методов анализа.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2291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Заключение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30224" y="1630679"/>
            <a:ext cx="7985759" cy="1201420"/>
            <a:chOff x="1030224" y="1630679"/>
            <a:chExt cx="7985759" cy="1201420"/>
          </a:xfrm>
        </p:grpSpPr>
        <p:sp>
          <p:nvSpPr>
            <p:cNvPr id="5" name="object 5"/>
            <p:cNvSpPr/>
            <p:nvPr/>
          </p:nvSpPr>
          <p:spPr>
            <a:xfrm>
              <a:off x="1057656" y="1658111"/>
              <a:ext cx="7926705" cy="1143000"/>
            </a:xfrm>
            <a:custGeom>
              <a:avLst/>
              <a:gdLst/>
              <a:ahLst/>
              <a:cxnLst/>
              <a:rect l="l" t="t" r="r" b="b"/>
              <a:pathLst>
                <a:path w="7926705" h="1143000">
                  <a:moveTo>
                    <a:pt x="7841869" y="0"/>
                  </a:moveTo>
                  <a:lnTo>
                    <a:pt x="84772" y="0"/>
                  </a:lnTo>
                  <a:lnTo>
                    <a:pt x="51933" y="6719"/>
                  </a:lnTo>
                  <a:lnTo>
                    <a:pt x="24969" y="24987"/>
                  </a:lnTo>
                  <a:lnTo>
                    <a:pt x="6714" y="51970"/>
                  </a:lnTo>
                  <a:lnTo>
                    <a:pt x="0" y="84836"/>
                  </a:lnTo>
                  <a:lnTo>
                    <a:pt x="0" y="1058164"/>
                  </a:lnTo>
                  <a:lnTo>
                    <a:pt x="6714" y="1091029"/>
                  </a:lnTo>
                  <a:lnTo>
                    <a:pt x="24969" y="1118012"/>
                  </a:lnTo>
                  <a:lnTo>
                    <a:pt x="51933" y="1136280"/>
                  </a:lnTo>
                  <a:lnTo>
                    <a:pt x="84772" y="1143000"/>
                  </a:lnTo>
                  <a:lnTo>
                    <a:pt x="7843012" y="1143000"/>
                  </a:lnTo>
                  <a:lnTo>
                    <a:pt x="7875859" y="1136263"/>
                  </a:lnTo>
                  <a:lnTo>
                    <a:pt x="7902717" y="1117869"/>
                  </a:lnTo>
                  <a:lnTo>
                    <a:pt x="7920646" y="1090547"/>
                  </a:lnTo>
                  <a:lnTo>
                    <a:pt x="7926705" y="1057021"/>
                  </a:lnTo>
                  <a:lnTo>
                    <a:pt x="7926705" y="84836"/>
                  </a:lnTo>
                  <a:lnTo>
                    <a:pt x="7919985" y="51970"/>
                  </a:lnTo>
                  <a:lnTo>
                    <a:pt x="7901717" y="24987"/>
                  </a:lnTo>
                  <a:lnTo>
                    <a:pt x="7874734" y="6719"/>
                  </a:lnTo>
                  <a:lnTo>
                    <a:pt x="78418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0224" y="1630679"/>
              <a:ext cx="7985759" cy="1201420"/>
            </a:xfrm>
            <a:custGeom>
              <a:avLst/>
              <a:gdLst/>
              <a:ahLst/>
              <a:cxnLst/>
              <a:rect l="l" t="t" r="r" b="b"/>
              <a:pathLst>
                <a:path w="7985759" h="1201420">
                  <a:moveTo>
                    <a:pt x="7871968" y="0"/>
                  </a:moveTo>
                  <a:lnTo>
                    <a:pt x="113804" y="0"/>
                  </a:lnTo>
                  <a:lnTo>
                    <a:pt x="69565" y="8957"/>
                  </a:lnTo>
                  <a:lnTo>
                    <a:pt x="33385" y="33369"/>
                  </a:lnTo>
                  <a:lnTo>
                    <a:pt x="8963" y="69544"/>
                  </a:lnTo>
                  <a:lnTo>
                    <a:pt x="0" y="113792"/>
                  </a:lnTo>
                  <a:lnTo>
                    <a:pt x="0" y="1087120"/>
                  </a:lnTo>
                  <a:lnTo>
                    <a:pt x="8963" y="1131367"/>
                  </a:lnTo>
                  <a:lnTo>
                    <a:pt x="33385" y="1167542"/>
                  </a:lnTo>
                  <a:lnTo>
                    <a:pt x="69565" y="1191954"/>
                  </a:lnTo>
                  <a:lnTo>
                    <a:pt x="113804" y="1200912"/>
                  </a:lnTo>
                  <a:lnTo>
                    <a:pt x="7871968" y="1200912"/>
                  </a:lnTo>
                  <a:lnTo>
                    <a:pt x="7916215" y="1191954"/>
                  </a:lnTo>
                  <a:lnTo>
                    <a:pt x="7952390" y="1167542"/>
                  </a:lnTo>
                  <a:lnTo>
                    <a:pt x="7966724" y="1146302"/>
                  </a:lnTo>
                  <a:lnTo>
                    <a:pt x="113804" y="1146302"/>
                  </a:lnTo>
                  <a:lnTo>
                    <a:pt x="90835" y="1141626"/>
                  </a:lnTo>
                  <a:lnTo>
                    <a:pt x="72002" y="1128902"/>
                  </a:lnTo>
                  <a:lnTo>
                    <a:pt x="59265" y="1110083"/>
                  </a:lnTo>
                  <a:lnTo>
                    <a:pt x="54584" y="1087120"/>
                  </a:lnTo>
                  <a:lnTo>
                    <a:pt x="54584" y="113792"/>
                  </a:lnTo>
                  <a:lnTo>
                    <a:pt x="59265" y="90828"/>
                  </a:lnTo>
                  <a:lnTo>
                    <a:pt x="72002" y="72009"/>
                  </a:lnTo>
                  <a:lnTo>
                    <a:pt x="90835" y="59285"/>
                  </a:lnTo>
                  <a:lnTo>
                    <a:pt x="113804" y="54610"/>
                  </a:lnTo>
                  <a:lnTo>
                    <a:pt x="7966724" y="54610"/>
                  </a:lnTo>
                  <a:lnTo>
                    <a:pt x="7952390" y="33369"/>
                  </a:lnTo>
                  <a:lnTo>
                    <a:pt x="7916215" y="8957"/>
                  </a:lnTo>
                  <a:lnTo>
                    <a:pt x="7871968" y="0"/>
                  </a:lnTo>
                  <a:close/>
                </a:path>
                <a:path w="7985759" h="1201420">
                  <a:moveTo>
                    <a:pt x="7966724" y="54610"/>
                  </a:moveTo>
                  <a:lnTo>
                    <a:pt x="7871968" y="54610"/>
                  </a:lnTo>
                  <a:lnTo>
                    <a:pt x="7894931" y="59285"/>
                  </a:lnTo>
                  <a:lnTo>
                    <a:pt x="7913751" y="72009"/>
                  </a:lnTo>
                  <a:lnTo>
                    <a:pt x="7926474" y="90828"/>
                  </a:lnTo>
                  <a:lnTo>
                    <a:pt x="7931150" y="113792"/>
                  </a:lnTo>
                  <a:lnTo>
                    <a:pt x="7931150" y="1087120"/>
                  </a:lnTo>
                  <a:lnTo>
                    <a:pt x="7926474" y="1110083"/>
                  </a:lnTo>
                  <a:lnTo>
                    <a:pt x="7913751" y="1128902"/>
                  </a:lnTo>
                  <a:lnTo>
                    <a:pt x="7894931" y="1141626"/>
                  </a:lnTo>
                  <a:lnTo>
                    <a:pt x="7871968" y="1146302"/>
                  </a:lnTo>
                  <a:lnTo>
                    <a:pt x="7966724" y="1146302"/>
                  </a:lnTo>
                  <a:lnTo>
                    <a:pt x="7976802" y="1131367"/>
                  </a:lnTo>
                  <a:lnTo>
                    <a:pt x="7985759" y="1087120"/>
                  </a:lnTo>
                  <a:lnTo>
                    <a:pt x="7985759" y="113792"/>
                  </a:lnTo>
                  <a:lnTo>
                    <a:pt x="7976802" y="69544"/>
                  </a:lnTo>
                  <a:lnTo>
                    <a:pt x="7966724" y="54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9392" y="1935479"/>
              <a:ext cx="588264" cy="58826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7679" y="7522464"/>
            <a:ext cx="5974080" cy="2487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403F53"/>
      </a:dk1>
      <a:lt1>
        <a:sysClr val="window" lastClr="F6F6F6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174</Words>
  <Application>Microsoft Office PowerPoint</Application>
  <PresentationFormat>Произвольный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Arial MT</vt:lpstr>
      <vt:lpstr>Courier New</vt:lpstr>
      <vt:lpstr>Tahoma</vt:lpstr>
      <vt:lpstr>Office Theme</vt:lpstr>
      <vt:lpstr>МОБУ СОШ с. Новая Отрадовка им. Трошина</vt:lpstr>
      <vt:lpstr>Презентация PowerPoint</vt:lpstr>
      <vt:lpstr>Постановка задачи</vt:lpstr>
      <vt:lpstr>Тестирование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МОБУ СОШ с. Новая Отрадовка им. Трошина</dc:title>
  <cp:lastModifiedBy>Andrew Afanasev</cp:lastModifiedBy>
  <cp:revision>1</cp:revision>
  <dcterms:created xsi:type="dcterms:W3CDTF">2026-03-18T15:36:18Z</dcterms:created>
  <dcterms:modified xsi:type="dcterms:W3CDTF">2026-03-18T15:37:55Z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2026-03-18T00:00:00Z</vt:filetime>
  </property>
  <property fmtid="{D5CDD505-2E9C-101B-9397-08002B2CF9AE}" pid="5" name="Producer">
    <vt:lpwstr>www.ilovepdf.com</vt:lpwstr>
  </property>
</Properties>
</file>